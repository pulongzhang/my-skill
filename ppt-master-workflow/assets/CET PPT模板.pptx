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.xml" ContentType="application/vnd.openxmlformats-officedocument.presentationml.notesSlide+xml"/>
  <Override PartName="/ppt/tags/tag67.xml" ContentType="application/vnd.openxmlformats-officedocument.presentationml.tags+xml"/>
  <Override PartName="/ppt/notesSlides/notesSlide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5.xml" ContentType="application/vnd.openxmlformats-officedocument.presentationml.notesSlide+xml"/>
  <Override PartName="/ppt/tags/tag7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8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851" r:id="rId10"/>
    <p:sldId id="2852" r:id="rId11"/>
    <p:sldId id="2978" r:id="rId12"/>
    <p:sldId id="3035" r:id="rId13"/>
    <p:sldId id="3005" r:id="rId14"/>
    <p:sldId id="2872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ZJD" initials="X" lastIdx="1" clrIdx="0"/>
  <p:cmAuthor id="1" name="Tanya Tu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858" y="54"/>
      </p:cViewPr>
      <p:guideLst>
        <p:guide orient="horz" pos="213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BC5B31-862C-411C-9C5B-93C9C6C1AB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1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、</a:t>
            </a:r>
            <a:r>
              <a:rPr lang="zh-CN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“增长是发展的硬道理”</a:t>
            </a:r>
            <a:endParaRPr lang="en-US" altLang="zh-CN" sz="700" b="1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实现销售合同、销售收入增长的同时，人均产值、净利润、现金流净额、员工收入等关键指标同步增长？具体到项目而言，到底是挣钱还是赔钱，我们必须“心中有数”，必须看收款、付款的全过程，必须靠大家一起重视资金安全，从前期跟进就判断资金风险，特别是面对中间公司（总包）作为合同签订单位的项目时尤其要谨慎小心。当出现财务风险时，要做到可计算、可识别和风险可控。</a:t>
            </a:r>
            <a:r>
              <a:rPr lang="zh-CN" altLang="en-US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抓好项目管理、风险防控和资金安全的问题。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只有这样才能良性健康发展，才能行稳致远。</a:t>
            </a:r>
            <a:endParaRPr lang="en-US" altLang="zh-CN" sz="7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、坚持以客户群为中心，积极应对、主动变化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坚持以客户目标达成为指引，坚持价值型营销，</a:t>
            </a:r>
            <a:r>
              <a:rPr lang="zh-CN" altLang="en-US" sz="700" i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持续提升品牌影响力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。主动变化，通过组织方式创新、市场创新、产品创新、模式创新等，实现新业务的增长。做好人才培养体系，系统化，持续化赋能。M-F-L-C，在互联网背景下，做好市场+销售+设计院+HM、4S产品及解决方案，实名制+量化的大量、快速、精准的市场传播。</a:t>
            </a:r>
            <a:endParaRPr lang="zh-CN" altLang="zh-CN" sz="7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3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、</a:t>
            </a:r>
            <a:r>
              <a:rPr lang="zh-CN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打造从单兵作战到单兵种作战到多兵种到多</a:t>
            </a:r>
            <a:r>
              <a:rPr lang="en-US" altLang="zh-CN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</a:t>
            </a:r>
            <a:r>
              <a:rPr lang="zh-CN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立体协同作战的能力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销售经理而言，主动协同作战、呼唤炮火的能力、组织实施饱和攻击的能力始终是考验销售经理综合能力的重要内容。销售经理不仅要具备这类能力，还要用好这个能力。对于团队来说这也是一种资源。用好资源，才能更好实现协同作战，才能多打胜仗、少走弯路。</a:t>
            </a:r>
            <a:endParaRPr lang="zh-CN" altLang="zh-CN" sz="7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4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、在以客户群为中心的前提下，及时总结、继续试行推进省长</a:t>
            </a:r>
            <a:r>
              <a:rPr lang="en-US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/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市长制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对</a:t>
            </a:r>
            <a:r>
              <a:rPr lang="en-US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2023</a:t>
            </a:r>
            <a:r>
              <a:rPr lang="zh-CN" altLang="en-US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年下半年试行的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省长</a:t>
            </a:r>
            <a:r>
              <a:rPr lang="en-US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zh-CN" sz="7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市长制：</a:t>
            </a:r>
            <a:r>
              <a:rPr lang="zh-CN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定期召集组织集中组织好</a:t>
            </a:r>
            <a:r>
              <a:rPr lang="en-US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MS</a:t>
            </a:r>
            <a:r>
              <a:rPr lang="zh-CN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周例会、月度集中学习会议；以周为单位组织以省</a:t>
            </a:r>
            <a:r>
              <a:rPr lang="en-US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/</a:t>
            </a:r>
            <a:r>
              <a:rPr lang="zh-CN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市为单位的协同作战周会。大客户、大项目，盘厂</a:t>
            </a:r>
            <a:r>
              <a:rPr lang="en-US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ONE CET</a:t>
            </a:r>
            <a:r>
              <a:rPr lang="zh-CN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协同作战；分布式光伏、双碳等新业务开展的机会分析和跟进；在</a:t>
            </a:r>
            <a:r>
              <a:rPr lang="en-US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2024</a:t>
            </a:r>
            <a:r>
              <a:rPr lang="zh-CN" altLang="en-US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年</a:t>
            </a:r>
            <a:r>
              <a:rPr lang="zh-CN" altLang="zh-CN" sz="7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一季度进行阶段总结，继续探索合适的组织办法。</a:t>
            </a:r>
            <a:endParaRPr lang="zh-CN" altLang="zh-CN" sz="7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700" b="1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电力系统的待更新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51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/>
              <a:t>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/>
              <a:t>14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1.xml"/><Relationship Id="rId7" Type="http://schemas.openxmlformats.org/officeDocument/2006/relationships/image" Target="../media/image2.jpe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3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50.xml"/><Relationship Id="rId7" Type="http://schemas.openxmlformats.org/officeDocument/2006/relationships/image" Target="../media/image5.jpe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2024/8/7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2" name="图片 1" descr="雪山&#10;&#10;描述已自动生成"/>
          <p:cNvPicPr>
            <a:picLocks noChangeAspect="1"/>
          </p:cNvPicPr>
          <p:nvPr userDrawn="1"/>
        </p:nvPicPr>
        <p:blipFill rotWithShape="1">
          <a:blip r:embed="rId8">
            <a:alphaModFix amt="35000"/>
            <a:lum bright="70000" contrast="-70000"/>
          </a:blip>
          <a:srcRect l="5043" t="6841" r="29790" b="30242"/>
          <a:stretch>
            <a:fillRect/>
          </a:stretch>
        </p:blipFill>
        <p:spPr>
          <a:xfrm>
            <a:off x="-2267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芯中心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>
            <a:lum bright="12000"/>
          </a:blip>
          <a:stretch>
            <a:fillRect/>
          </a:stretch>
        </p:blipFill>
        <p:spPr>
          <a:xfrm>
            <a:off x="-635" y="963847"/>
            <a:ext cx="12192000" cy="5905500"/>
          </a:xfrm>
          <a:prstGeom prst="rect">
            <a:avLst/>
          </a:prstGeom>
        </p:spPr>
      </p:pic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-4791" y="885948"/>
            <a:ext cx="12196156" cy="6015990"/>
          </a:xfrm>
          <a:prstGeom prst="rect">
            <a:avLst/>
          </a:prstGeom>
          <a:gradFill>
            <a:gsLst>
              <a:gs pos="100000">
                <a:srgbClr val="E8F2F7">
                  <a:alpha val="78000"/>
                </a:srgbClr>
              </a:gs>
              <a:gs pos="0">
                <a:schemeClr val="bg1"/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10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图形 14"/>
          <p:cNvSpPr/>
          <p:nvPr userDrawn="1">
            <p:custDataLst>
              <p:tags r:id="rId3"/>
            </p:custDataLst>
          </p:nvPr>
        </p:nvSpPr>
        <p:spPr>
          <a:xfrm>
            <a:off x="-578069" y="-1213099"/>
            <a:ext cx="2098833" cy="2098833"/>
          </a:xfrm>
          <a:custGeom>
            <a:avLst/>
            <a:gdLst>
              <a:gd name="connsiteX0" fmla="*/ 2098834 w 2098833"/>
              <a:gd name="connsiteY0" fmla="*/ 1049417 h 2098833"/>
              <a:gd name="connsiteX1" fmla="*/ 1049417 w 2098833"/>
              <a:gd name="connsiteY1" fmla="*/ 2098834 h 2098833"/>
              <a:gd name="connsiteX2" fmla="*/ 0 w 2098833"/>
              <a:gd name="connsiteY2" fmla="*/ 1049417 h 2098833"/>
              <a:gd name="connsiteX3" fmla="*/ 1049417 w 2098833"/>
              <a:gd name="connsiteY3" fmla="*/ 0 h 2098833"/>
              <a:gd name="connsiteX4" fmla="*/ 2098834 w 2098833"/>
              <a:gd name="connsiteY4" fmla="*/ 1049417 h 20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833" h="2098833">
                <a:moveTo>
                  <a:pt x="2098834" y="1049417"/>
                </a:moveTo>
                <a:cubicBezTo>
                  <a:pt x="2098834" y="1628994"/>
                  <a:pt x="1628994" y="2098834"/>
                  <a:pt x="1049417" y="2098834"/>
                </a:cubicBezTo>
                <a:cubicBezTo>
                  <a:pt x="469840" y="2098834"/>
                  <a:pt x="0" y="1628994"/>
                  <a:pt x="0" y="1049417"/>
                </a:cubicBezTo>
                <a:cubicBezTo>
                  <a:pt x="0" y="469840"/>
                  <a:pt x="469840" y="0"/>
                  <a:pt x="1049417" y="0"/>
                </a:cubicBezTo>
                <a:cubicBezTo>
                  <a:pt x="1628994" y="0"/>
                  <a:pt x="2098834" y="469840"/>
                  <a:pt x="2098834" y="1049417"/>
                </a:cubicBezTo>
                <a:close/>
              </a:path>
            </a:pathLst>
          </a:custGeom>
          <a:gradFill>
            <a:gsLst>
              <a:gs pos="51000">
                <a:srgbClr val="DDF0E6"/>
              </a:gs>
              <a:gs pos="100000">
                <a:srgbClr val="ECF0EE">
                  <a:alpha val="42000"/>
                </a:srgbClr>
              </a:gs>
            </a:gsLst>
            <a:lin ang="3000000" scaled="0"/>
          </a:gradFill>
          <a:ln w="6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图形 16"/>
          <p:cNvSpPr/>
          <p:nvPr userDrawn="1">
            <p:custDataLst>
              <p:tags r:id="rId4"/>
            </p:custDataLst>
          </p:nvPr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26000">
                <a:srgbClr val="D7F3E4"/>
              </a:gs>
              <a:gs pos="100000">
                <a:srgbClr val="00B050"/>
              </a:gs>
            </a:gsLst>
            <a:lin ang="135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13080" y="306705"/>
            <a:ext cx="461962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kumimoji="0" lang="zh-CN" altLang="en-US" sz="2400" b="0" i="0" u="none" strike="noStrike" kern="1200" cap="none" spc="0" normalizeH="0" baseline="0" noProof="1" dirty="0">
                <a:solidFill>
                  <a:srgbClr val="333333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35944" y="277405"/>
            <a:ext cx="772570" cy="344101"/>
          </a:xfrm>
          <a:prstGeom prst="rect">
            <a:avLst/>
          </a:prstGeom>
          <a:effectLst>
            <a:outerShdw blurRad="190500" sx="101000" sy="101000" algn="ctr" rotWithShape="0">
              <a:prstClr val="black">
                <a:alpha val="12000"/>
              </a:prst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区域白模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lum bright="12000" contrast="-12000"/>
          </a:blip>
          <a:stretch>
            <a:fillRect/>
          </a:stretch>
        </p:blipFill>
        <p:spPr>
          <a:xfrm>
            <a:off x="0" y="-9525"/>
            <a:ext cx="12322810" cy="6858000"/>
          </a:xfrm>
          <a:prstGeom prst="rect">
            <a:avLst/>
          </a:prstGeom>
        </p:spPr>
      </p:pic>
      <p:sp>
        <p:nvSpPr>
          <p:cNvPr id="8" name="图形 14"/>
          <p:cNvSpPr/>
          <p:nvPr userDrawn="1">
            <p:custDataLst>
              <p:tags r:id="rId2"/>
            </p:custDataLst>
          </p:nvPr>
        </p:nvSpPr>
        <p:spPr>
          <a:xfrm>
            <a:off x="-578069" y="-1213099"/>
            <a:ext cx="2098833" cy="2098833"/>
          </a:xfrm>
          <a:custGeom>
            <a:avLst/>
            <a:gdLst>
              <a:gd name="connsiteX0" fmla="*/ 2098834 w 2098833"/>
              <a:gd name="connsiteY0" fmla="*/ 1049417 h 2098833"/>
              <a:gd name="connsiteX1" fmla="*/ 1049417 w 2098833"/>
              <a:gd name="connsiteY1" fmla="*/ 2098834 h 2098833"/>
              <a:gd name="connsiteX2" fmla="*/ 0 w 2098833"/>
              <a:gd name="connsiteY2" fmla="*/ 1049417 h 2098833"/>
              <a:gd name="connsiteX3" fmla="*/ 1049417 w 2098833"/>
              <a:gd name="connsiteY3" fmla="*/ 0 h 2098833"/>
              <a:gd name="connsiteX4" fmla="*/ 2098834 w 2098833"/>
              <a:gd name="connsiteY4" fmla="*/ 1049417 h 20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833" h="2098833">
                <a:moveTo>
                  <a:pt x="2098834" y="1049417"/>
                </a:moveTo>
                <a:cubicBezTo>
                  <a:pt x="2098834" y="1628994"/>
                  <a:pt x="1628994" y="2098834"/>
                  <a:pt x="1049417" y="2098834"/>
                </a:cubicBezTo>
                <a:cubicBezTo>
                  <a:pt x="469840" y="2098834"/>
                  <a:pt x="0" y="1628994"/>
                  <a:pt x="0" y="1049417"/>
                </a:cubicBezTo>
                <a:cubicBezTo>
                  <a:pt x="0" y="469840"/>
                  <a:pt x="469840" y="0"/>
                  <a:pt x="1049417" y="0"/>
                </a:cubicBezTo>
                <a:cubicBezTo>
                  <a:pt x="1628994" y="0"/>
                  <a:pt x="2098834" y="469840"/>
                  <a:pt x="2098834" y="1049417"/>
                </a:cubicBezTo>
                <a:close/>
              </a:path>
            </a:pathLst>
          </a:custGeom>
          <a:gradFill>
            <a:gsLst>
              <a:gs pos="51000">
                <a:srgbClr val="DDF0E6"/>
              </a:gs>
              <a:gs pos="100000">
                <a:srgbClr val="ECF0EE">
                  <a:alpha val="42000"/>
                </a:srgbClr>
              </a:gs>
            </a:gsLst>
            <a:lin ang="3000000" scaled="0"/>
          </a:gradFill>
          <a:ln w="6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图形 16"/>
          <p:cNvSpPr/>
          <p:nvPr userDrawn="1">
            <p:custDataLst>
              <p:tags r:id="rId3"/>
            </p:custDataLst>
          </p:nvPr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26000">
                <a:srgbClr val="D7F3E4"/>
              </a:gs>
              <a:gs pos="100000">
                <a:srgbClr val="00B050"/>
              </a:gs>
            </a:gsLst>
            <a:lin ang="135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13080" y="306705"/>
            <a:ext cx="461962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 smtClean="0">
                <a:solidFill>
                  <a:srgbClr val="33333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Arial" panose="020B0604020202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35944" y="277405"/>
            <a:ext cx="772570" cy="344101"/>
          </a:xfrm>
          <a:prstGeom prst="rect">
            <a:avLst/>
          </a:prstGeom>
          <a:effectLst>
            <a:outerShdw blurRad="190500" sx="101000" sy="101000" algn="ctr" rotWithShape="0">
              <a:prstClr val="black">
                <a:alpha val="12000"/>
              </a:prst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渐变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B050">
                  <a:alpha val="0"/>
                </a:srgbClr>
              </a:gs>
              <a:gs pos="26000">
                <a:srgbClr val="4AB2F8"/>
              </a:gs>
              <a:gs pos="100000">
                <a:srgbClr val="E2E6F2">
                  <a:alpha val="42000"/>
                </a:srgbClr>
              </a:gs>
            </a:gsLst>
            <a:lin ang="0" scaled="0"/>
          </a:gradFill>
          <a:ln w="6350" cap="flat">
            <a:noFill/>
            <a:prstDash val="solid"/>
            <a:miter/>
          </a:ln>
        </p:spPr>
      </p:pic>
      <p:sp>
        <p:nvSpPr>
          <p:cNvPr id="8" name="图形 14"/>
          <p:cNvSpPr/>
          <p:nvPr userDrawn="1">
            <p:custDataLst>
              <p:tags r:id="rId2"/>
            </p:custDataLst>
          </p:nvPr>
        </p:nvSpPr>
        <p:spPr>
          <a:xfrm>
            <a:off x="-578069" y="-1213099"/>
            <a:ext cx="2098833" cy="2098833"/>
          </a:xfrm>
          <a:custGeom>
            <a:avLst/>
            <a:gdLst>
              <a:gd name="connsiteX0" fmla="*/ 2098834 w 2098833"/>
              <a:gd name="connsiteY0" fmla="*/ 1049417 h 2098833"/>
              <a:gd name="connsiteX1" fmla="*/ 1049417 w 2098833"/>
              <a:gd name="connsiteY1" fmla="*/ 2098834 h 2098833"/>
              <a:gd name="connsiteX2" fmla="*/ 0 w 2098833"/>
              <a:gd name="connsiteY2" fmla="*/ 1049417 h 2098833"/>
              <a:gd name="connsiteX3" fmla="*/ 1049417 w 2098833"/>
              <a:gd name="connsiteY3" fmla="*/ 0 h 2098833"/>
              <a:gd name="connsiteX4" fmla="*/ 2098834 w 2098833"/>
              <a:gd name="connsiteY4" fmla="*/ 1049417 h 20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833" h="2098833">
                <a:moveTo>
                  <a:pt x="2098834" y="1049417"/>
                </a:moveTo>
                <a:cubicBezTo>
                  <a:pt x="2098834" y="1628994"/>
                  <a:pt x="1628994" y="2098834"/>
                  <a:pt x="1049417" y="2098834"/>
                </a:cubicBezTo>
                <a:cubicBezTo>
                  <a:pt x="469840" y="2098834"/>
                  <a:pt x="0" y="1628994"/>
                  <a:pt x="0" y="1049417"/>
                </a:cubicBezTo>
                <a:cubicBezTo>
                  <a:pt x="0" y="469840"/>
                  <a:pt x="469840" y="0"/>
                  <a:pt x="1049417" y="0"/>
                </a:cubicBezTo>
                <a:cubicBezTo>
                  <a:pt x="1628994" y="0"/>
                  <a:pt x="2098834" y="469840"/>
                  <a:pt x="2098834" y="1049417"/>
                </a:cubicBezTo>
                <a:close/>
              </a:path>
            </a:pathLst>
          </a:custGeom>
          <a:gradFill>
            <a:gsLst>
              <a:gs pos="51000">
                <a:srgbClr val="DDF0E6"/>
              </a:gs>
              <a:gs pos="100000">
                <a:srgbClr val="ECF0EE">
                  <a:alpha val="42000"/>
                </a:srgbClr>
              </a:gs>
            </a:gsLst>
            <a:lin ang="3000000" scaled="0"/>
          </a:gradFill>
          <a:ln w="6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图形 16"/>
          <p:cNvSpPr/>
          <p:nvPr userDrawn="1">
            <p:custDataLst>
              <p:tags r:id="rId3"/>
            </p:custDataLst>
          </p:nvPr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26000">
                <a:srgbClr val="D7F3E4"/>
              </a:gs>
              <a:gs pos="100000">
                <a:srgbClr val="00B050"/>
              </a:gs>
            </a:gsLst>
            <a:lin ang="135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13080" y="306705"/>
            <a:ext cx="461962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kumimoji="0" lang="zh-CN" altLang="en-US" sz="2400" b="0" i="0" u="none" strike="noStrike" kern="1200" cap="none" spc="0" normalizeH="0" baseline="0" noProof="1" dirty="0">
                <a:solidFill>
                  <a:srgbClr val="333333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28" name="图片 27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8"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90961" y="0"/>
            <a:ext cx="4501039" cy="14363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35944" y="277405"/>
            <a:ext cx="772570" cy="344101"/>
          </a:xfrm>
          <a:prstGeom prst="rect">
            <a:avLst/>
          </a:prstGeom>
          <a:effectLst>
            <a:outerShdw blurRad="190500" sx="101000" sy="101000" algn="ctr" rotWithShape="0">
              <a:prstClr val="black">
                <a:alpha val="12000"/>
              </a:prst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山峰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雪山&#10;&#10;描述已自动生成"/>
          <p:cNvPicPr>
            <a:picLocks noChangeAspect="1"/>
          </p:cNvPicPr>
          <p:nvPr userDrawn="1"/>
        </p:nvPicPr>
        <p:blipFill rotWithShape="1">
          <a:blip r:embed="rId5">
            <a:alphaModFix amt="35000"/>
            <a:lum bright="70000" contrast="-70000"/>
          </a:blip>
          <a:srcRect l="5043" t="6841" r="29790" b="30242"/>
          <a:stretch>
            <a:fillRect/>
          </a:stretch>
        </p:blipFill>
        <p:spPr>
          <a:xfrm>
            <a:off x="-2267" y="1"/>
            <a:ext cx="12192000" cy="6857999"/>
          </a:xfrm>
          <a:prstGeom prst="rect">
            <a:avLst/>
          </a:prstGeom>
        </p:spPr>
      </p:pic>
      <p:sp>
        <p:nvSpPr>
          <p:cNvPr id="8" name="图形 14"/>
          <p:cNvSpPr/>
          <p:nvPr userDrawn="1">
            <p:custDataLst>
              <p:tags r:id="rId1"/>
            </p:custDataLst>
          </p:nvPr>
        </p:nvSpPr>
        <p:spPr>
          <a:xfrm>
            <a:off x="-578069" y="-1213099"/>
            <a:ext cx="2098833" cy="2098833"/>
          </a:xfrm>
          <a:custGeom>
            <a:avLst/>
            <a:gdLst>
              <a:gd name="connsiteX0" fmla="*/ 2098834 w 2098833"/>
              <a:gd name="connsiteY0" fmla="*/ 1049417 h 2098833"/>
              <a:gd name="connsiteX1" fmla="*/ 1049417 w 2098833"/>
              <a:gd name="connsiteY1" fmla="*/ 2098834 h 2098833"/>
              <a:gd name="connsiteX2" fmla="*/ 0 w 2098833"/>
              <a:gd name="connsiteY2" fmla="*/ 1049417 h 2098833"/>
              <a:gd name="connsiteX3" fmla="*/ 1049417 w 2098833"/>
              <a:gd name="connsiteY3" fmla="*/ 0 h 2098833"/>
              <a:gd name="connsiteX4" fmla="*/ 2098834 w 2098833"/>
              <a:gd name="connsiteY4" fmla="*/ 1049417 h 20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833" h="2098833">
                <a:moveTo>
                  <a:pt x="2098834" y="1049417"/>
                </a:moveTo>
                <a:cubicBezTo>
                  <a:pt x="2098834" y="1628994"/>
                  <a:pt x="1628994" y="2098834"/>
                  <a:pt x="1049417" y="2098834"/>
                </a:cubicBezTo>
                <a:cubicBezTo>
                  <a:pt x="469840" y="2098834"/>
                  <a:pt x="0" y="1628994"/>
                  <a:pt x="0" y="1049417"/>
                </a:cubicBezTo>
                <a:cubicBezTo>
                  <a:pt x="0" y="469840"/>
                  <a:pt x="469840" y="0"/>
                  <a:pt x="1049417" y="0"/>
                </a:cubicBezTo>
                <a:cubicBezTo>
                  <a:pt x="1628994" y="0"/>
                  <a:pt x="2098834" y="469840"/>
                  <a:pt x="2098834" y="1049417"/>
                </a:cubicBezTo>
                <a:close/>
              </a:path>
            </a:pathLst>
          </a:custGeom>
          <a:gradFill>
            <a:gsLst>
              <a:gs pos="51000">
                <a:srgbClr val="DDF0E6"/>
              </a:gs>
              <a:gs pos="100000">
                <a:srgbClr val="ECF0EE">
                  <a:alpha val="42000"/>
                </a:srgbClr>
              </a:gs>
            </a:gsLst>
            <a:lin ang="3000000" scaled="0"/>
          </a:gradFill>
          <a:ln w="6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图形 16"/>
          <p:cNvSpPr/>
          <p:nvPr userDrawn="1">
            <p:custDataLst>
              <p:tags r:id="rId2"/>
            </p:custDataLst>
          </p:nvPr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26000">
                <a:srgbClr val="D7F3E4"/>
              </a:gs>
              <a:gs pos="100000">
                <a:srgbClr val="00B050"/>
              </a:gs>
            </a:gsLst>
            <a:lin ang="135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13080" y="306705"/>
            <a:ext cx="461962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 smtClean="0">
                <a:solidFill>
                  <a:srgbClr val="333333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  <a:sym typeface="Arial" panose="020B0604020202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35944" y="277405"/>
            <a:ext cx="772570" cy="344101"/>
          </a:xfrm>
          <a:prstGeom prst="rect">
            <a:avLst/>
          </a:prstGeom>
          <a:effectLst>
            <a:outerShdw blurRad="190500" sx="101000" sy="101000" algn="ctr" rotWithShape="0">
              <a:prstClr val="black">
                <a:alpha val="12000"/>
              </a:prst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32BF82D2-7A68-459D-A996-9BDDA2518FA4}" type="datetimeFigureOut">
              <a:rPr lang="zh-CN" altLang="en-US" strike="noStrike" noProof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2024/8/7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3E01EE5D-26FB-46D5-A381-ECFB35BF1D34}" type="slidenum">
              <a:rPr lang="zh-CN" altLang="en-US" strike="noStrike" noProof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1479069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32BF82D2-7A68-459D-A996-9BDDA2518FA4}" type="datetimeFigureOut">
              <a:rPr lang="zh-CN" altLang="en-US" strike="noStrike" noProof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2024/8/7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3E01EE5D-26FB-46D5-A381-ECFB35BF1D34}" type="slidenum">
              <a:rPr lang="zh-CN" altLang="en-US" strike="noStrike" noProof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2135764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32BF82D2-7A68-459D-A996-9BDDA2518FA4}" type="datetimeFigureOut">
              <a:rPr lang="zh-CN" altLang="en-US" strike="noStrike" noProof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2024/8/7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3E01EE5D-26FB-46D5-A381-ECFB35BF1D34}" type="slidenum">
              <a:rPr lang="zh-CN" altLang="en-US" strike="noStrike" noProof="1" smtClean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419722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58.xml"/><Relationship Id="rId7" Type="http://schemas.openxmlformats.org/officeDocument/2006/relationships/image" Target="../media/image7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4" Type="http://schemas.openxmlformats.org/officeDocument/2006/relationships/tags" Target="../tags/tag59.xml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4.png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3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12.png"/><Relationship Id="rId5" Type="http://schemas.openxmlformats.org/officeDocument/2006/relationships/tags" Target="../tags/tag64.xml"/><Relationship Id="rId10" Type="http://schemas.openxmlformats.org/officeDocument/2006/relationships/image" Target="../media/image11.png"/><Relationship Id="rId4" Type="http://schemas.openxmlformats.org/officeDocument/2006/relationships/tags" Target="../tags/tag63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18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svg"/><Relationship Id="rId10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notesSlide" Target="../notesSlides/notesSlide9.xml"/><Relationship Id="rId5" Type="http://schemas.openxmlformats.org/officeDocument/2006/relationships/tags" Target="../tags/tag8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84.xml"/><Relationship Id="rId9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8595360" y="6512018"/>
            <a:ext cx="318262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深圳市中电电力技术股份有限公司</a:t>
            </a:r>
          </a:p>
        </p:txBody>
      </p:sp>
      <p:sp>
        <p:nvSpPr>
          <p:cNvPr id="9" name="矩形 9"/>
          <p:cNvSpPr/>
          <p:nvPr/>
        </p:nvSpPr>
        <p:spPr>
          <a:xfrm flipV="1">
            <a:off x="12700" y="2790495"/>
            <a:ext cx="2260600" cy="3436620"/>
          </a:xfrm>
          <a:custGeom>
            <a:avLst/>
            <a:gdLst>
              <a:gd name="connsiteX0" fmla="*/ 0 w 970147"/>
              <a:gd name="connsiteY0" fmla="*/ 0 h 2686024"/>
              <a:gd name="connsiteX1" fmla="*/ 654756 w 970147"/>
              <a:gd name="connsiteY1" fmla="*/ 0 h 2686024"/>
              <a:gd name="connsiteX2" fmla="*/ 970147 w 970147"/>
              <a:gd name="connsiteY2" fmla="*/ 2686024 h 2686024"/>
              <a:gd name="connsiteX3" fmla="*/ 0 w 970147"/>
              <a:gd name="connsiteY3" fmla="*/ 2686024 h 2686024"/>
              <a:gd name="connsiteX4" fmla="*/ 0 w 970147"/>
              <a:gd name="connsiteY4" fmla="*/ 0 h 2686024"/>
              <a:gd name="connsiteX0-1" fmla="*/ 0 w 970147"/>
              <a:gd name="connsiteY0-2" fmla="*/ 0 h 2686024"/>
              <a:gd name="connsiteX1-3" fmla="*/ 724449 w 970147"/>
              <a:gd name="connsiteY1-4" fmla="*/ 0 h 2686024"/>
              <a:gd name="connsiteX2-5" fmla="*/ 970147 w 970147"/>
              <a:gd name="connsiteY2-6" fmla="*/ 2686024 h 2686024"/>
              <a:gd name="connsiteX3-7" fmla="*/ 0 w 970147"/>
              <a:gd name="connsiteY3-8" fmla="*/ 2686024 h 2686024"/>
              <a:gd name="connsiteX4-9" fmla="*/ 0 w 970147"/>
              <a:gd name="connsiteY4-10" fmla="*/ 0 h 268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0147" h="2686024">
                <a:moveTo>
                  <a:pt x="0" y="0"/>
                </a:moveTo>
                <a:lnTo>
                  <a:pt x="724449" y="0"/>
                </a:lnTo>
                <a:lnTo>
                  <a:pt x="970147" y="2686024"/>
                </a:lnTo>
                <a:lnTo>
                  <a:pt x="0" y="2686024"/>
                </a:lnTo>
                <a:lnTo>
                  <a:pt x="0" y="0"/>
                </a:lnTo>
                <a:close/>
              </a:path>
            </a:pathLst>
          </a:custGeom>
          <a:solidFill>
            <a:srgbClr val="36BE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 rot="10800000" flipV="1">
            <a:off x="10038080" y="2790495"/>
            <a:ext cx="2171065" cy="3448050"/>
          </a:xfrm>
          <a:custGeom>
            <a:avLst/>
            <a:gdLst>
              <a:gd name="connsiteX0" fmla="*/ 0 w 987570"/>
              <a:gd name="connsiteY0" fmla="*/ 0 h 2686024"/>
              <a:gd name="connsiteX1" fmla="*/ 808981 w 987570"/>
              <a:gd name="connsiteY1" fmla="*/ 0 h 2686024"/>
              <a:gd name="connsiteX2" fmla="*/ 987570 w 987570"/>
              <a:gd name="connsiteY2" fmla="*/ 2686024 h 2686024"/>
              <a:gd name="connsiteX3" fmla="*/ 0 w 987570"/>
              <a:gd name="connsiteY3" fmla="*/ 2686024 h 2686024"/>
              <a:gd name="connsiteX4" fmla="*/ 0 w 987570"/>
              <a:gd name="connsiteY4" fmla="*/ 0 h 2686024"/>
              <a:gd name="connsiteX0-1" fmla="*/ 0 w 1039940"/>
              <a:gd name="connsiteY0-2" fmla="*/ 0 h 2695508"/>
              <a:gd name="connsiteX1-3" fmla="*/ 808981 w 1039940"/>
              <a:gd name="connsiteY1-4" fmla="*/ 0 h 2695508"/>
              <a:gd name="connsiteX2-5" fmla="*/ 1039940 w 1039940"/>
              <a:gd name="connsiteY2-6" fmla="*/ 2695508 h 2695508"/>
              <a:gd name="connsiteX3-7" fmla="*/ 0 w 1039940"/>
              <a:gd name="connsiteY3-8" fmla="*/ 2686024 h 2695508"/>
              <a:gd name="connsiteX4-9" fmla="*/ 0 w 1039940"/>
              <a:gd name="connsiteY4-10" fmla="*/ 0 h 26955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39940" h="2695508">
                <a:moveTo>
                  <a:pt x="0" y="0"/>
                </a:moveTo>
                <a:lnTo>
                  <a:pt x="808981" y="0"/>
                </a:lnTo>
                <a:lnTo>
                  <a:pt x="1039940" y="2695508"/>
                </a:lnTo>
                <a:lnTo>
                  <a:pt x="0" y="2686024"/>
                </a:lnTo>
                <a:lnTo>
                  <a:pt x="0" y="0"/>
                </a:lnTo>
                <a:close/>
              </a:path>
            </a:pathLst>
          </a:custGeom>
          <a:solidFill>
            <a:srgbClr val="36BE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1" name="Picture 2" descr="C:/Users/Administrator/Desktop/图片1.png图片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7"/>
          <a:srcRect l="313" r="313"/>
          <a:stretch>
            <a:fillRect/>
          </a:stretch>
        </p:blipFill>
        <p:spPr bwMode="auto">
          <a:xfrm>
            <a:off x="2012950" y="2790495"/>
            <a:ext cx="2926080" cy="3434715"/>
          </a:xfrm>
          <a:prstGeom prst="parallelogram">
            <a:avLst>
              <a:gd name="adj" fmla="val 1781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/蓝（资料）/设计内容/1-循环设计/3-公司/宣传册/深圳大楼3.jpg深圳大楼3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8"/>
          <a:srcRect l="17905" r="17905"/>
          <a:stretch>
            <a:fillRect/>
          </a:stretch>
        </p:blipFill>
        <p:spPr bwMode="auto">
          <a:xfrm>
            <a:off x="4678680" y="2790495"/>
            <a:ext cx="2940050" cy="3434715"/>
          </a:xfrm>
          <a:prstGeom prst="parallelogram">
            <a:avLst>
              <a:gd name="adj" fmla="val 1650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:\Users\Administrator\Desktop\图片2.png图片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9"/>
          <a:srcRect/>
          <a:stretch>
            <a:fillRect/>
          </a:stretch>
        </p:blipFill>
        <p:spPr bwMode="auto">
          <a:xfrm>
            <a:off x="7365683" y="2797480"/>
            <a:ext cx="2944495" cy="3434715"/>
          </a:xfrm>
          <a:prstGeom prst="parallelogram">
            <a:avLst>
              <a:gd name="adj" fmla="val 1650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611" y="310641"/>
            <a:ext cx="2020523" cy="292304"/>
          </a:xfrm>
          <a:prstGeom prst="rect">
            <a:avLst/>
          </a:prstGeom>
        </p:spPr>
      </p:pic>
      <p:sp>
        <p:nvSpPr>
          <p:cNvPr id="2" name="矩形 259">
            <a:extLst>
              <a:ext uri="{FF2B5EF4-FFF2-40B4-BE49-F238E27FC236}">
                <a16:creationId xmlns:a16="http://schemas.microsoft.com/office/drawing/2014/main" id="{0A3D8D3A-9F27-E2FD-AE82-20E951C2E6A9}"/>
              </a:ext>
            </a:extLst>
          </p:cNvPr>
          <p:cNvSpPr/>
          <p:nvPr/>
        </p:nvSpPr>
        <p:spPr>
          <a:xfrm>
            <a:off x="2705148" y="995456"/>
            <a:ext cx="6781703" cy="11080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zh-CN" altLang="en-US" sz="72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702361" cy="6858000"/>
          </a:xfrm>
          <a:prstGeom prst="rect">
            <a:avLst/>
          </a:prstGeom>
          <a:gradFill>
            <a:gsLst>
              <a:gs pos="21000">
                <a:srgbClr val="00B050"/>
              </a:gs>
              <a:gs pos="100000">
                <a:srgbClr val="3066ED">
                  <a:alpha val="31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160716" y="4145756"/>
            <a:ext cx="1033844" cy="2712244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5622290" y="2541925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标题一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622290" y="3561080"/>
            <a:ext cx="362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标题二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622290" y="4581525"/>
            <a:ext cx="433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标题三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501650" y="377825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目录</a:t>
            </a: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1120" y="0"/>
            <a:ext cx="4500880" cy="143637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3520" y="0"/>
            <a:ext cx="4500880" cy="143637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375" y="3285410"/>
            <a:ext cx="1652873" cy="287179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098415" y="2586038"/>
            <a:ext cx="361950" cy="361950"/>
            <a:chOff x="8745" y="-424"/>
            <a:chExt cx="570" cy="570"/>
          </a:xfrm>
        </p:grpSpPr>
        <p:sp>
          <p:nvSpPr>
            <p:cNvPr id="4" name="矩形: 圆角 11"/>
            <p:cNvSpPr/>
            <p:nvPr>
              <p:custDataLst>
                <p:tags r:id="rId6"/>
              </p:custDataLst>
            </p:nvPr>
          </p:nvSpPr>
          <p:spPr>
            <a:xfrm>
              <a:off x="8745" y="-424"/>
              <a:ext cx="570" cy="570"/>
            </a:xfrm>
            <a:prstGeom prst="roundRect">
              <a:avLst>
                <a:gd name="adj" fmla="val 8773"/>
              </a:avLst>
            </a:prstGeom>
            <a:solidFill>
              <a:srgbClr val="00B05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8745" y="-424"/>
              <a:ext cx="505" cy="531"/>
            </a:xfrm>
            <a:prstGeom prst="rect">
              <a:avLst/>
            </a:prstGeom>
            <a:solidFill>
              <a:srgbClr val="36BE52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i="1">
                  <a:solidFill>
                    <a:schemeClr val="bg1"/>
                  </a:solidFill>
                  <a:latin typeface="Arial Black" panose="020B0A04020102020204" pitchFamily="34" charset="0"/>
                  <a:ea typeface="Roboto Bk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98415" y="3610293"/>
            <a:ext cx="361950" cy="361950"/>
            <a:chOff x="8745" y="-424"/>
            <a:chExt cx="570" cy="570"/>
          </a:xfrm>
        </p:grpSpPr>
        <p:sp>
          <p:nvSpPr>
            <p:cNvPr id="13" name="矩形: 圆角 11"/>
            <p:cNvSpPr/>
            <p:nvPr>
              <p:custDataLst>
                <p:tags r:id="rId4"/>
              </p:custDataLst>
            </p:nvPr>
          </p:nvSpPr>
          <p:spPr>
            <a:xfrm>
              <a:off x="8745" y="-424"/>
              <a:ext cx="570" cy="570"/>
            </a:xfrm>
            <a:prstGeom prst="roundRect">
              <a:avLst>
                <a:gd name="adj" fmla="val 8773"/>
              </a:avLst>
            </a:prstGeom>
            <a:solidFill>
              <a:srgbClr val="00B05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5"/>
              </p:custDataLst>
            </p:nvPr>
          </p:nvSpPr>
          <p:spPr>
            <a:xfrm>
              <a:off x="8745" y="-424"/>
              <a:ext cx="505" cy="531"/>
            </a:xfrm>
            <a:prstGeom prst="rect">
              <a:avLst/>
            </a:prstGeom>
            <a:solidFill>
              <a:srgbClr val="36BE52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i="1">
                  <a:solidFill>
                    <a:schemeClr val="bg1"/>
                  </a:solidFill>
                  <a:latin typeface="Arial Black" panose="020B0A04020102020204" pitchFamily="34" charset="0"/>
                  <a:ea typeface="Roboto Bk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098415" y="4630738"/>
            <a:ext cx="361950" cy="361950"/>
            <a:chOff x="8745" y="-424"/>
            <a:chExt cx="570" cy="570"/>
          </a:xfrm>
        </p:grpSpPr>
        <p:sp>
          <p:nvSpPr>
            <p:cNvPr id="29" name="矩形: 圆角 11"/>
            <p:cNvSpPr/>
            <p:nvPr>
              <p:custDataLst>
                <p:tags r:id="rId2"/>
              </p:custDataLst>
            </p:nvPr>
          </p:nvSpPr>
          <p:spPr>
            <a:xfrm>
              <a:off x="8745" y="-424"/>
              <a:ext cx="570" cy="570"/>
            </a:xfrm>
            <a:prstGeom prst="roundRect">
              <a:avLst>
                <a:gd name="adj" fmla="val 8773"/>
              </a:avLst>
            </a:prstGeom>
            <a:solidFill>
              <a:srgbClr val="00B05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3"/>
              </p:custDataLst>
            </p:nvPr>
          </p:nvSpPr>
          <p:spPr>
            <a:xfrm>
              <a:off x="8745" y="-424"/>
              <a:ext cx="505" cy="531"/>
            </a:xfrm>
            <a:prstGeom prst="rect">
              <a:avLst/>
            </a:prstGeom>
            <a:solidFill>
              <a:srgbClr val="36BE52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i="1">
                  <a:solidFill>
                    <a:schemeClr val="bg1"/>
                  </a:solidFill>
                  <a:latin typeface="Arial Black" panose="020B0A04020102020204" pitchFamily="34" charset="0"/>
                  <a:ea typeface="Roboto Bk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3</a:t>
              </a:r>
            </a:p>
          </p:txBody>
        </p:sp>
      </p:grpSp>
      <p:pic>
        <p:nvPicPr>
          <p:cNvPr id="9" name="图片 8" descr="深圳LOGO标准（源文件）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95944" y="279753"/>
            <a:ext cx="645379" cy="2875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 anchorCtr="0">
            <a:no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charset="-122"/>
              </a:rPr>
              <a:t>小标题</a:t>
            </a:r>
          </a:p>
        </p:txBody>
      </p:sp>
      <p:sp>
        <p:nvSpPr>
          <p:cNvPr id="4" name="图形 79"/>
          <p:cNvSpPr/>
          <p:nvPr>
            <p:custDataLst>
              <p:tags r:id="rId1"/>
            </p:custDataLst>
          </p:nvPr>
        </p:nvSpPr>
        <p:spPr>
          <a:xfrm>
            <a:off x="0" y="6448684"/>
            <a:ext cx="12192000" cy="412067"/>
          </a:xfrm>
          <a:custGeom>
            <a:avLst/>
            <a:gdLst>
              <a:gd name="connsiteX0" fmla="*/ 0 w 12192000"/>
              <a:gd name="connsiteY0" fmla="*/ 72661 h 412067"/>
              <a:gd name="connsiteX1" fmla="*/ 575856 w 12192000"/>
              <a:gd name="connsiteY1" fmla="*/ 40975 h 412067"/>
              <a:gd name="connsiteX2" fmla="*/ 2970683 w 12192000"/>
              <a:gd name="connsiteY2" fmla="*/ 19956 h 412067"/>
              <a:gd name="connsiteX3" fmla="*/ 7039166 w 12192000"/>
              <a:gd name="connsiteY3" fmla="*/ 275353 h 412067"/>
              <a:gd name="connsiteX4" fmla="*/ 9676638 w 12192000"/>
              <a:gd name="connsiteY4" fmla="*/ 53992 h 412067"/>
              <a:gd name="connsiteX5" fmla="*/ 11663744 w 12192000"/>
              <a:gd name="connsiteY5" fmla="*/ 131398 h 412067"/>
              <a:gd name="connsiteX6" fmla="*/ 12192000 w 12192000"/>
              <a:gd name="connsiteY6" fmla="*/ 227093 h 412067"/>
              <a:gd name="connsiteX7" fmla="*/ 12192000 w 12192000"/>
              <a:gd name="connsiteY7" fmla="*/ 411053 h 412067"/>
              <a:gd name="connsiteX8" fmla="*/ 0 w 12192000"/>
              <a:gd name="connsiteY8" fmla="*/ 411053 h 412067"/>
              <a:gd name="connsiteX9" fmla="*/ 0 w 12192000"/>
              <a:gd name="connsiteY9" fmla="*/ 72661 h 41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412067">
                <a:moveTo>
                  <a:pt x="0" y="72661"/>
                </a:moveTo>
                <a:cubicBezTo>
                  <a:pt x="291465" y="56278"/>
                  <a:pt x="522351" y="43705"/>
                  <a:pt x="575856" y="40975"/>
                </a:cubicBezTo>
                <a:cubicBezTo>
                  <a:pt x="1370375" y="-46"/>
                  <a:pt x="2171548" y="-18271"/>
                  <a:pt x="2970683" y="19956"/>
                </a:cubicBezTo>
                <a:cubicBezTo>
                  <a:pt x="4331577" y="85171"/>
                  <a:pt x="5679059" y="312564"/>
                  <a:pt x="7039166" y="275353"/>
                </a:cubicBezTo>
                <a:cubicBezTo>
                  <a:pt x="7929119" y="250969"/>
                  <a:pt x="8793162" y="113746"/>
                  <a:pt x="9676638" y="53992"/>
                </a:cubicBezTo>
                <a:cubicBezTo>
                  <a:pt x="10333101" y="9606"/>
                  <a:pt x="11024235" y="9987"/>
                  <a:pt x="11663744" y="131398"/>
                </a:cubicBezTo>
                <a:cubicBezTo>
                  <a:pt x="11833796" y="163721"/>
                  <a:pt x="12011978" y="194771"/>
                  <a:pt x="12192000" y="227093"/>
                </a:cubicBezTo>
                <a:lnTo>
                  <a:pt x="12192000" y="411053"/>
                </a:lnTo>
                <a:lnTo>
                  <a:pt x="0" y="411053"/>
                </a:lnTo>
                <a:lnTo>
                  <a:pt x="0" y="72661"/>
                </a:lnTo>
                <a:close/>
              </a:path>
            </a:pathLst>
          </a:custGeom>
          <a:gradFill>
            <a:gsLst>
              <a:gs pos="0">
                <a:srgbClr val="00B050"/>
              </a:gs>
              <a:gs pos="100000">
                <a:srgbClr val="3066ED">
                  <a:alpha val="43000"/>
                </a:srgbClr>
              </a:gs>
            </a:gsLst>
            <a:lin ang="0" scaled="0"/>
          </a:gradFill>
          <a:ln w="635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6592294" y="2415708"/>
            <a:ext cx="4465748" cy="2700000"/>
            <a:chOff x="-3072483" y="3683113"/>
            <a:chExt cx="4465748" cy="4428805"/>
          </a:xfrm>
        </p:grpSpPr>
        <p:sp>
          <p:nvSpPr>
            <p:cNvPr id="6" name="图形 8"/>
            <p:cNvSpPr/>
            <p:nvPr/>
          </p:nvSpPr>
          <p:spPr>
            <a:xfrm>
              <a:off x="-3010142" y="3683113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gradFill>
              <a:gsLst>
                <a:gs pos="0">
                  <a:srgbClr val="00E577">
                    <a:alpha val="15000"/>
                  </a:srgbClr>
                </a:gs>
                <a:gs pos="71000">
                  <a:schemeClr val="accent6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 w="63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图形 42"/>
            <p:cNvSpPr/>
            <p:nvPr/>
          </p:nvSpPr>
          <p:spPr>
            <a:xfrm>
              <a:off x="-3016870" y="3708510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rgbClr val="00E577">
                      <a:alpha val="29000"/>
                    </a:srgbClr>
                  </a:gs>
                  <a:gs pos="29000">
                    <a:srgbClr val="00E577">
                      <a:alpha val="0"/>
                    </a:srgb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图形 42"/>
            <p:cNvSpPr/>
            <p:nvPr/>
          </p:nvSpPr>
          <p:spPr>
            <a:xfrm>
              <a:off x="-3072483" y="3708510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chemeClr val="bg1">
                      <a:alpha val="83000"/>
                    </a:schemeClr>
                  </a:gs>
                  <a:gs pos="29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108413" y="2415313"/>
            <a:ext cx="4465748" cy="2700790"/>
            <a:chOff x="1184613" y="2454137"/>
            <a:chExt cx="4465748" cy="2700790"/>
          </a:xfrm>
        </p:grpSpPr>
        <p:sp>
          <p:nvSpPr>
            <p:cNvPr id="10" name="图形 8"/>
            <p:cNvSpPr/>
            <p:nvPr/>
          </p:nvSpPr>
          <p:spPr>
            <a:xfrm>
              <a:off x="1246954" y="2454137"/>
              <a:ext cx="4403407" cy="2675393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gradFill>
              <a:gsLst>
                <a:gs pos="0">
                  <a:srgbClr val="00E577">
                    <a:alpha val="15000"/>
                  </a:srgbClr>
                </a:gs>
                <a:gs pos="71000">
                  <a:schemeClr val="accent6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 w="63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图形 42"/>
            <p:cNvSpPr/>
            <p:nvPr/>
          </p:nvSpPr>
          <p:spPr>
            <a:xfrm>
              <a:off x="1240226" y="2479534"/>
              <a:ext cx="4403407" cy="2675393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rgbClr val="00E577">
                      <a:alpha val="29000"/>
                    </a:srgbClr>
                  </a:gs>
                  <a:gs pos="29000">
                    <a:srgbClr val="00E577">
                      <a:alpha val="0"/>
                    </a:srgb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图形 42"/>
            <p:cNvSpPr/>
            <p:nvPr/>
          </p:nvSpPr>
          <p:spPr>
            <a:xfrm>
              <a:off x="1184613" y="2479534"/>
              <a:ext cx="4403407" cy="2675393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chemeClr val="bg1">
                      <a:alpha val="83000"/>
                    </a:schemeClr>
                  </a:gs>
                  <a:gs pos="29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图形 91"/>
          <p:cNvSpPr>
            <a:spLocks noChangeAspect="1"/>
          </p:cNvSpPr>
          <p:nvPr/>
        </p:nvSpPr>
        <p:spPr>
          <a:xfrm rot="5400000">
            <a:off x="5511382" y="1121231"/>
            <a:ext cx="1150815" cy="2746388"/>
          </a:xfrm>
          <a:custGeom>
            <a:avLst/>
            <a:gdLst>
              <a:gd name="connsiteX0" fmla="*/ 1068422 w 1885893"/>
              <a:gd name="connsiteY0" fmla="*/ -316 h 4500638"/>
              <a:gd name="connsiteX1" fmla="*/ 1629883 w 1885893"/>
              <a:gd name="connsiteY1" fmla="*/ 151132 h 4500638"/>
              <a:gd name="connsiteX2" fmla="*/ 1670374 w 1885893"/>
              <a:gd name="connsiteY2" fmla="*/ 229599 h 4500638"/>
              <a:gd name="connsiteX3" fmla="*/ 1630369 w 1885893"/>
              <a:gd name="connsiteY3" fmla="*/ 755912 h 4500638"/>
              <a:gd name="connsiteX4" fmla="*/ 1090539 w 1885893"/>
              <a:gd name="connsiteY4" fmla="*/ 1428377 h 4500638"/>
              <a:gd name="connsiteX5" fmla="*/ 1048915 w 1885893"/>
              <a:gd name="connsiteY5" fmla="*/ 1528780 h 4500638"/>
              <a:gd name="connsiteX6" fmla="*/ 1043905 w 1885893"/>
              <a:gd name="connsiteY6" fmla="*/ 1541410 h 4500638"/>
              <a:gd name="connsiteX7" fmla="*/ 1039628 w 1885893"/>
              <a:gd name="connsiteY7" fmla="*/ 1554307 h 4500638"/>
              <a:gd name="connsiteX8" fmla="*/ 1030980 w 1885893"/>
              <a:gd name="connsiteY8" fmla="*/ 1580025 h 4500638"/>
              <a:gd name="connsiteX9" fmla="*/ 1022226 w 1885893"/>
              <a:gd name="connsiteY9" fmla="*/ 1605742 h 4500638"/>
              <a:gd name="connsiteX10" fmla="*/ 1017807 w 1885893"/>
              <a:gd name="connsiteY10" fmla="*/ 1618591 h 4500638"/>
              <a:gd name="connsiteX11" fmla="*/ 1014092 w 1885893"/>
              <a:gd name="connsiteY11" fmla="*/ 1631650 h 4500638"/>
              <a:gd name="connsiteX12" fmla="*/ 986269 w 1885893"/>
              <a:gd name="connsiteY12" fmla="*/ 1736701 h 4500638"/>
              <a:gd name="connsiteX13" fmla="*/ 974267 w 1885893"/>
              <a:gd name="connsiteY13" fmla="*/ 1789727 h 4500638"/>
              <a:gd name="connsiteX14" fmla="*/ 964742 w 1885893"/>
              <a:gd name="connsiteY14" fmla="*/ 1843295 h 4500638"/>
              <a:gd name="connsiteX15" fmla="*/ 959980 w 1885893"/>
              <a:gd name="connsiteY15" fmla="*/ 1870089 h 4500638"/>
              <a:gd name="connsiteX16" fmla="*/ 956666 w 1885893"/>
              <a:gd name="connsiteY16" fmla="*/ 1897122 h 4500638"/>
              <a:gd name="connsiteX17" fmla="*/ 949683 w 1885893"/>
              <a:gd name="connsiteY17" fmla="*/ 1951147 h 4500638"/>
              <a:gd name="connsiteX18" fmla="*/ 945588 w 1885893"/>
              <a:gd name="connsiteY18" fmla="*/ 2005563 h 4500638"/>
              <a:gd name="connsiteX19" fmla="*/ 942426 w 1885893"/>
              <a:gd name="connsiteY19" fmla="*/ 2060084 h 4500638"/>
              <a:gd name="connsiteX20" fmla="*/ 941016 w 1885893"/>
              <a:gd name="connsiteY20" fmla="*/ 2114768 h 4500638"/>
              <a:gd name="connsiteX21" fmla="*/ 940587 w 1885893"/>
              <a:gd name="connsiteY21" fmla="*/ 2128445 h 4500638"/>
              <a:gd name="connsiteX22" fmla="*/ 941016 w 1885893"/>
              <a:gd name="connsiteY22" fmla="*/ 2142114 h 4500638"/>
              <a:gd name="connsiteX23" fmla="*/ 941778 w 1885893"/>
              <a:gd name="connsiteY23" fmla="*/ 2169460 h 4500638"/>
              <a:gd name="connsiteX24" fmla="*/ 943426 w 1885893"/>
              <a:gd name="connsiteY24" fmla="*/ 2224114 h 4500638"/>
              <a:gd name="connsiteX25" fmla="*/ 947636 w 1885893"/>
              <a:gd name="connsiteY25" fmla="*/ 2278531 h 4500638"/>
              <a:gd name="connsiteX26" fmla="*/ 949693 w 1885893"/>
              <a:gd name="connsiteY26" fmla="*/ 2305734 h 4500638"/>
              <a:gd name="connsiteX27" fmla="*/ 953246 w 1885893"/>
              <a:gd name="connsiteY27" fmla="*/ 2332747 h 4500638"/>
              <a:gd name="connsiteX28" fmla="*/ 959990 w 1885893"/>
              <a:gd name="connsiteY28" fmla="*/ 2386802 h 4500638"/>
              <a:gd name="connsiteX29" fmla="*/ 969515 w 1885893"/>
              <a:gd name="connsiteY29" fmla="*/ 2440361 h 4500638"/>
              <a:gd name="connsiteX30" fmla="*/ 974191 w 1885893"/>
              <a:gd name="connsiteY30" fmla="*/ 2467164 h 4500638"/>
              <a:gd name="connsiteX31" fmla="*/ 980059 w 1885893"/>
              <a:gd name="connsiteY31" fmla="*/ 2493701 h 4500638"/>
              <a:gd name="connsiteX32" fmla="*/ 992222 w 1885893"/>
              <a:gd name="connsiteY32" fmla="*/ 2546688 h 4500638"/>
              <a:gd name="connsiteX33" fmla="*/ 999214 w 1885893"/>
              <a:gd name="connsiteY33" fmla="*/ 2572939 h 4500638"/>
              <a:gd name="connsiteX34" fmla="*/ 1006672 w 1885893"/>
              <a:gd name="connsiteY34" fmla="*/ 2599067 h 4500638"/>
              <a:gd name="connsiteX35" fmla="*/ 1014016 w 1885893"/>
              <a:gd name="connsiteY35" fmla="*/ 2625231 h 4500638"/>
              <a:gd name="connsiteX36" fmla="*/ 1017740 w 1885893"/>
              <a:gd name="connsiteY36" fmla="*/ 2638290 h 4500638"/>
              <a:gd name="connsiteX37" fmla="*/ 1022159 w 1885893"/>
              <a:gd name="connsiteY37" fmla="*/ 2651140 h 4500638"/>
              <a:gd name="connsiteX38" fmla="*/ 1039562 w 1885893"/>
              <a:gd name="connsiteY38" fmla="*/ 2702622 h 4500638"/>
              <a:gd name="connsiteX39" fmla="*/ 1043838 w 1885893"/>
              <a:gd name="connsiteY39" fmla="*/ 2715519 h 4500638"/>
              <a:gd name="connsiteX40" fmla="*/ 1048848 w 1885893"/>
              <a:gd name="connsiteY40" fmla="*/ 2728149 h 4500638"/>
              <a:gd name="connsiteX41" fmla="*/ 1059031 w 1885893"/>
              <a:gd name="connsiteY41" fmla="*/ 2753438 h 4500638"/>
              <a:gd name="connsiteX42" fmla="*/ 1068946 w 1885893"/>
              <a:gd name="connsiteY42" fmla="*/ 2778746 h 4500638"/>
              <a:gd name="connsiteX43" fmla="*/ 1079424 w 1885893"/>
              <a:gd name="connsiteY43" fmla="*/ 2803835 h 4500638"/>
              <a:gd name="connsiteX44" fmla="*/ 1125887 w 1885893"/>
              <a:gd name="connsiteY44" fmla="*/ 2902142 h 4500638"/>
              <a:gd name="connsiteX45" fmla="*/ 1236291 w 1885893"/>
              <a:gd name="connsiteY45" fmla="*/ 3089642 h 4500638"/>
              <a:gd name="connsiteX46" fmla="*/ 1300785 w 1885893"/>
              <a:gd name="connsiteY46" fmla="*/ 3177472 h 4500638"/>
              <a:gd name="connsiteX47" fmla="*/ 1334598 w 1885893"/>
              <a:gd name="connsiteY47" fmla="*/ 3220220 h 4500638"/>
              <a:gd name="connsiteX48" fmla="*/ 1370326 w 1885893"/>
              <a:gd name="connsiteY48" fmla="*/ 3261406 h 4500638"/>
              <a:gd name="connsiteX49" fmla="*/ 1388319 w 1885893"/>
              <a:gd name="connsiteY49" fmla="*/ 3281885 h 4500638"/>
              <a:gd name="connsiteX50" fmla="*/ 1407189 w 1885893"/>
              <a:gd name="connsiteY50" fmla="*/ 3301564 h 4500638"/>
              <a:gd name="connsiteX51" fmla="*/ 1444917 w 1885893"/>
              <a:gd name="connsiteY51" fmla="*/ 3340931 h 4500638"/>
              <a:gd name="connsiteX52" fmla="*/ 1484408 w 1885893"/>
              <a:gd name="connsiteY52" fmla="*/ 3378525 h 4500638"/>
              <a:gd name="connsiteX53" fmla="*/ 1504248 w 1885893"/>
              <a:gd name="connsiteY53" fmla="*/ 3397223 h 4500638"/>
              <a:gd name="connsiteX54" fmla="*/ 1524908 w 1885893"/>
              <a:gd name="connsiteY54" fmla="*/ 3415006 h 4500638"/>
              <a:gd name="connsiteX55" fmla="*/ 1566180 w 1885893"/>
              <a:gd name="connsiteY55" fmla="*/ 3450620 h 4500638"/>
              <a:gd name="connsiteX56" fmla="*/ 1609042 w 1885893"/>
              <a:gd name="connsiteY56" fmla="*/ 3484253 h 4500638"/>
              <a:gd name="connsiteX57" fmla="*/ 1630540 w 1885893"/>
              <a:gd name="connsiteY57" fmla="*/ 3500988 h 4500638"/>
              <a:gd name="connsiteX58" fmla="*/ 1652781 w 1885893"/>
              <a:gd name="connsiteY58" fmla="*/ 3516705 h 4500638"/>
              <a:gd name="connsiteX59" fmla="*/ 1697206 w 1885893"/>
              <a:gd name="connsiteY59" fmla="*/ 3548223 h 4500638"/>
              <a:gd name="connsiteX60" fmla="*/ 1743069 w 1885893"/>
              <a:gd name="connsiteY60" fmla="*/ 3577550 h 4500638"/>
              <a:gd name="connsiteX61" fmla="*/ 1766005 w 1885893"/>
              <a:gd name="connsiteY61" fmla="*/ 3592200 h 4500638"/>
              <a:gd name="connsiteX62" fmla="*/ 1789636 w 1885893"/>
              <a:gd name="connsiteY62" fmla="*/ 3605678 h 4500638"/>
              <a:gd name="connsiteX63" fmla="*/ 1836785 w 1885893"/>
              <a:gd name="connsiteY63" fmla="*/ 3632814 h 4500638"/>
              <a:gd name="connsiteX64" fmla="*/ 1885210 w 1885893"/>
              <a:gd name="connsiteY64" fmla="*/ 3657579 h 4500638"/>
              <a:gd name="connsiteX65" fmla="*/ 1463605 w 1885893"/>
              <a:gd name="connsiteY65" fmla="*/ 4500323 h 4500638"/>
              <a:gd name="connsiteX66" fmla="*/ 1388481 w 1885893"/>
              <a:gd name="connsiteY66" fmla="*/ 4461680 h 4500638"/>
              <a:gd name="connsiteX67" fmla="*/ 1315139 w 1885893"/>
              <a:gd name="connsiteY67" fmla="*/ 4419770 h 4500638"/>
              <a:gd name="connsiteX68" fmla="*/ 1278591 w 1885893"/>
              <a:gd name="connsiteY68" fmla="*/ 4398606 h 4500638"/>
              <a:gd name="connsiteX69" fmla="*/ 1242892 w 1885893"/>
              <a:gd name="connsiteY69" fmla="*/ 4376088 h 4500638"/>
              <a:gd name="connsiteX70" fmla="*/ 1171893 w 1885893"/>
              <a:gd name="connsiteY70" fmla="*/ 4330369 h 4500638"/>
              <a:gd name="connsiteX71" fmla="*/ 1102912 w 1885893"/>
              <a:gd name="connsiteY71" fmla="*/ 4281791 h 4500638"/>
              <a:gd name="connsiteX72" fmla="*/ 1068622 w 1885893"/>
              <a:gd name="connsiteY72" fmla="*/ 4257236 h 4500638"/>
              <a:gd name="connsiteX73" fmla="*/ 1035218 w 1885893"/>
              <a:gd name="connsiteY73" fmla="*/ 4231518 h 4500638"/>
              <a:gd name="connsiteX74" fmla="*/ 968943 w 1885893"/>
              <a:gd name="connsiteY74" fmla="*/ 4179292 h 4500638"/>
              <a:gd name="connsiteX75" fmla="*/ 904916 w 1885893"/>
              <a:gd name="connsiteY75" fmla="*/ 4124362 h 4500638"/>
              <a:gd name="connsiteX76" fmla="*/ 873112 w 1885893"/>
              <a:gd name="connsiteY76" fmla="*/ 4096654 h 4500638"/>
              <a:gd name="connsiteX77" fmla="*/ 842289 w 1885893"/>
              <a:gd name="connsiteY77" fmla="*/ 4067869 h 4500638"/>
              <a:gd name="connsiteX78" fmla="*/ 781329 w 1885893"/>
              <a:gd name="connsiteY78" fmla="*/ 4009576 h 4500638"/>
              <a:gd name="connsiteX79" fmla="*/ 722789 w 1885893"/>
              <a:gd name="connsiteY79" fmla="*/ 3948835 h 4500638"/>
              <a:gd name="connsiteX80" fmla="*/ 693766 w 1885893"/>
              <a:gd name="connsiteY80" fmla="*/ 3918221 h 4500638"/>
              <a:gd name="connsiteX81" fmla="*/ 665791 w 1885893"/>
              <a:gd name="connsiteY81" fmla="*/ 3886656 h 4500638"/>
              <a:gd name="connsiteX82" fmla="*/ 610622 w 1885893"/>
              <a:gd name="connsiteY82" fmla="*/ 3822838 h 4500638"/>
              <a:gd name="connsiteX83" fmla="*/ 558082 w 1885893"/>
              <a:gd name="connsiteY83" fmla="*/ 3756802 h 4500638"/>
              <a:gd name="connsiteX84" fmla="*/ 458365 w 1885893"/>
              <a:gd name="connsiteY84" fmla="*/ 3620594 h 4500638"/>
              <a:gd name="connsiteX85" fmla="*/ 286820 w 1885893"/>
              <a:gd name="connsiteY85" fmla="*/ 3329720 h 4500638"/>
              <a:gd name="connsiteX86" fmla="*/ 214754 w 1885893"/>
              <a:gd name="connsiteY86" fmla="*/ 3176777 h 4500638"/>
              <a:gd name="connsiteX87" fmla="*/ 198447 w 1885893"/>
              <a:gd name="connsiteY87" fmla="*/ 3137724 h 4500638"/>
              <a:gd name="connsiteX88" fmla="*/ 182892 w 1885893"/>
              <a:gd name="connsiteY88" fmla="*/ 3098386 h 4500638"/>
              <a:gd name="connsiteX89" fmla="*/ 167462 w 1885893"/>
              <a:gd name="connsiteY89" fmla="*/ 3059009 h 4500638"/>
              <a:gd name="connsiteX90" fmla="*/ 159842 w 1885893"/>
              <a:gd name="connsiteY90" fmla="*/ 3039293 h 4500638"/>
              <a:gd name="connsiteX91" fmla="*/ 152994 w 1885893"/>
              <a:gd name="connsiteY91" fmla="*/ 3019290 h 4500638"/>
              <a:gd name="connsiteX92" fmla="*/ 125905 w 1885893"/>
              <a:gd name="connsiteY92" fmla="*/ 2939137 h 4500638"/>
              <a:gd name="connsiteX93" fmla="*/ 119237 w 1885893"/>
              <a:gd name="connsiteY93" fmla="*/ 2919078 h 4500638"/>
              <a:gd name="connsiteX94" fmla="*/ 113293 w 1885893"/>
              <a:gd name="connsiteY94" fmla="*/ 2898780 h 4500638"/>
              <a:gd name="connsiteX95" fmla="*/ 101682 w 1885893"/>
              <a:gd name="connsiteY95" fmla="*/ 2858098 h 4500638"/>
              <a:gd name="connsiteX96" fmla="*/ 90186 w 1885893"/>
              <a:gd name="connsiteY96" fmla="*/ 2817389 h 4500638"/>
              <a:gd name="connsiteX97" fmla="*/ 79384 w 1885893"/>
              <a:gd name="connsiteY97" fmla="*/ 2776498 h 4500638"/>
              <a:gd name="connsiteX98" fmla="*/ 60334 w 1885893"/>
              <a:gd name="connsiteY98" fmla="*/ 2694069 h 4500638"/>
              <a:gd name="connsiteX99" fmla="*/ 51381 w 1885893"/>
              <a:gd name="connsiteY99" fmla="*/ 2652749 h 4500638"/>
              <a:gd name="connsiteX100" fmla="*/ 43856 w 1885893"/>
              <a:gd name="connsiteY100" fmla="*/ 2611144 h 4500638"/>
              <a:gd name="connsiteX101" fmla="*/ 29321 w 1885893"/>
              <a:gd name="connsiteY101" fmla="*/ 2527858 h 4500638"/>
              <a:gd name="connsiteX102" fmla="*/ 18567 w 1885893"/>
              <a:gd name="connsiteY102" fmla="*/ 2444038 h 4500638"/>
              <a:gd name="connsiteX103" fmla="*/ 13367 w 1885893"/>
              <a:gd name="connsiteY103" fmla="*/ 2402127 h 4500638"/>
              <a:gd name="connsiteX104" fmla="*/ 9899 w 1885893"/>
              <a:gd name="connsiteY104" fmla="*/ 2360075 h 4500638"/>
              <a:gd name="connsiteX105" fmla="*/ 3584 w 1885893"/>
              <a:gd name="connsiteY105" fmla="*/ 2275921 h 4500638"/>
              <a:gd name="connsiteX106" fmla="*/ 727 w 1885893"/>
              <a:gd name="connsiteY106" fmla="*/ 2191701 h 4500638"/>
              <a:gd name="connsiteX107" fmla="*/ -226 w 1885893"/>
              <a:gd name="connsiteY107" fmla="*/ 2149582 h 4500638"/>
              <a:gd name="connsiteX108" fmla="*/ -683 w 1885893"/>
              <a:gd name="connsiteY108" fmla="*/ 2128522 h 4500638"/>
              <a:gd name="connsiteX109" fmla="*/ -226 w 1885893"/>
              <a:gd name="connsiteY109" fmla="*/ 2107472 h 4500638"/>
              <a:gd name="connsiteX110" fmla="*/ 1870 w 1885893"/>
              <a:gd name="connsiteY110" fmla="*/ 2023232 h 4500638"/>
              <a:gd name="connsiteX111" fmla="*/ 6632 w 1885893"/>
              <a:gd name="connsiteY111" fmla="*/ 1939050 h 4500638"/>
              <a:gd name="connsiteX112" fmla="*/ 13300 w 1885893"/>
              <a:gd name="connsiteY112" fmla="*/ 1854926 h 4500638"/>
              <a:gd name="connsiteX113" fmla="*/ 23777 w 1885893"/>
              <a:gd name="connsiteY113" fmla="*/ 1771106 h 4500638"/>
              <a:gd name="connsiteX114" fmla="*/ 29216 w 1885893"/>
              <a:gd name="connsiteY114" fmla="*/ 1729195 h 4500638"/>
              <a:gd name="connsiteX115" fmla="*/ 36341 w 1885893"/>
              <a:gd name="connsiteY115" fmla="*/ 1687533 h 4500638"/>
              <a:gd name="connsiteX116" fmla="*/ 51267 w 1885893"/>
              <a:gd name="connsiteY116" fmla="*/ 1604304 h 4500638"/>
              <a:gd name="connsiteX117" fmla="*/ 69678 w 1885893"/>
              <a:gd name="connsiteY117" fmla="*/ 1521751 h 4500638"/>
              <a:gd name="connsiteX118" fmla="*/ 113169 w 1885893"/>
              <a:gd name="connsiteY118" fmla="*/ 1358263 h 4500638"/>
              <a:gd name="connsiteX119" fmla="*/ 119103 w 1885893"/>
              <a:gd name="connsiteY119" fmla="*/ 1337966 h 4500638"/>
              <a:gd name="connsiteX120" fmla="*/ 125771 w 1885893"/>
              <a:gd name="connsiteY120" fmla="*/ 1317906 h 4500638"/>
              <a:gd name="connsiteX121" fmla="*/ 139258 w 1885893"/>
              <a:gd name="connsiteY121" fmla="*/ 1277806 h 4500638"/>
              <a:gd name="connsiteX122" fmla="*/ 152860 w 1885893"/>
              <a:gd name="connsiteY122" fmla="*/ 1237801 h 4500638"/>
              <a:gd name="connsiteX123" fmla="*/ 159708 w 1885893"/>
              <a:gd name="connsiteY123" fmla="*/ 1217798 h 4500638"/>
              <a:gd name="connsiteX124" fmla="*/ 167329 w 1885893"/>
              <a:gd name="connsiteY124" fmla="*/ 1198072 h 4500638"/>
              <a:gd name="connsiteX125" fmla="*/ 231956 w 1885893"/>
              <a:gd name="connsiteY125" fmla="*/ 1041786 h 4500638"/>
              <a:gd name="connsiteX126" fmla="*/ 1068422 w 1885893"/>
              <a:gd name="connsiteY126" fmla="*/ -316 h 450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1885893" h="4500638">
                <a:moveTo>
                  <a:pt x="1068422" y="-316"/>
                </a:moveTo>
                <a:cubicBezTo>
                  <a:pt x="1261151" y="26602"/>
                  <a:pt x="1449765" y="77484"/>
                  <a:pt x="1629883" y="151132"/>
                </a:cubicBezTo>
                <a:cubicBezTo>
                  <a:pt x="1661163" y="163409"/>
                  <a:pt x="1678498" y="196985"/>
                  <a:pt x="1670374" y="229599"/>
                </a:cubicBezTo>
                <a:cubicBezTo>
                  <a:pt x="1633636" y="402468"/>
                  <a:pt x="1620187" y="579471"/>
                  <a:pt x="1630369" y="755912"/>
                </a:cubicBezTo>
                <a:cubicBezTo>
                  <a:pt x="1396235" y="930581"/>
                  <a:pt x="1210450" y="1162010"/>
                  <a:pt x="1090539" y="1428377"/>
                </a:cubicBezTo>
                <a:cubicBezTo>
                  <a:pt x="1074699" y="1461029"/>
                  <a:pt x="1062479" y="1495176"/>
                  <a:pt x="1048915" y="1528780"/>
                </a:cubicBezTo>
                <a:lnTo>
                  <a:pt x="1043905" y="1541410"/>
                </a:lnTo>
                <a:lnTo>
                  <a:pt x="1039628" y="1554307"/>
                </a:lnTo>
                <a:lnTo>
                  <a:pt x="1030980" y="1580025"/>
                </a:lnTo>
                <a:lnTo>
                  <a:pt x="1022226" y="1605742"/>
                </a:lnTo>
                <a:lnTo>
                  <a:pt x="1017807" y="1618591"/>
                </a:lnTo>
                <a:cubicBezTo>
                  <a:pt x="1016435" y="1622897"/>
                  <a:pt x="1015339" y="1627307"/>
                  <a:pt x="1014092" y="1631650"/>
                </a:cubicBezTo>
                <a:cubicBezTo>
                  <a:pt x="1004567" y="1666616"/>
                  <a:pt x="993394" y="1701116"/>
                  <a:pt x="986269" y="1736701"/>
                </a:cubicBezTo>
                <a:cubicBezTo>
                  <a:pt x="982392" y="1754399"/>
                  <a:pt x="977697" y="1771944"/>
                  <a:pt x="974267" y="1789727"/>
                </a:cubicBezTo>
                <a:lnTo>
                  <a:pt x="964742" y="1843295"/>
                </a:lnTo>
                <a:cubicBezTo>
                  <a:pt x="963199" y="1852230"/>
                  <a:pt x="961323" y="1861107"/>
                  <a:pt x="959980" y="1870089"/>
                </a:cubicBezTo>
                <a:lnTo>
                  <a:pt x="956666" y="1897122"/>
                </a:lnTo>
                <a:lnTo>
                  <a:pt x="949683" y="1951147"/>
                </a:lnTo>
                <a:lnTo>
                  <a:pt x="945588" y="2005563"/>
                </a:lnTo>
                <a:cubicBezTo>
                  <a:pt x="944206" y="2023661"/>
                  <a:pt x="942320" y="2041759"/>
                  <a:pt x="942426" y="2060084"/>
                </a:cubicBezTo>
                <a:lnTo>
                  <a:pt x="941016" y="2114768"/>
                </a:lnTo>
                <a:lnTo>
                  <a:pt x="940587" y="2128445"/>
                </a:lnTo>
                <a:lnTo>
                  <a:pt x="941016" y="2142114"/>
                </a:lnTo>
                <a:lnTo>
                  <a:pt x="941778" y="2169460"/>
                </a:lnTo>
                <a:cubicBezTo>
                  <a:pt x="942454" y="2187672"/>
                  <a:pt x="942168" y="2205960"/>
                  <a:pt x="943426" y="2224114"/>
                </a:cubicBezTo>
                <a:lnTo>
                  <a:pt x="947636" y="2278531"/>
                </a:lnTo>
                <a:cubicBezTo>
                  <a:pt x="948360" y="2287599"/>
                  <a:pt x="948817" y="2296695"/>
                  <a:pt x="949693" y="2305734"/>
                </a:cubicBezTo>
                <a:lnTo>
                  <a:pt x="953246" y="2332747"/>
                </a:lnTo>
                <a:lnTo>
                  <a:pt x="959990" y="2386802"/>
                </a:lnTo>
                <a:lnTo>
                  <a:pt x="969515" y="2440361"/>
                </a:lnTo>
                <a:lnTo>
                  <a:pt x="974191" y="2467164"/>
                </a:lnTo>
                <a:cubicBezTo>
                  <a:pt x="975506" y="2476146"/>
                  <a:pt x="978163" y="2484843"/>
                  <a:pt x="980059" y="2493701"/>
                </a:cubicBezTo>
                <a:lnTo>
                  <a:pt x="992222" y="2546688"/>
                </a:lnTo>
                <a:cubicBezTo>
                  <a:pt x="993965" y="2555594"/>
                  <a:pt x="996747" y="2564224"/>
                  <a:pt x="999214" y="2572939"/>
                </a:cubicBezTo>
                <a:lnTo>
                  <a:pt x="1006672" y="2599067"/>
                </a:lnTo>
                <a:lnTo>
                  <a:pt x="1014016" y="2625231"/>
                </a:lnTo>
                <a:cubicBezTo>
                  <a:pt x="1015272" y="2629575"/>
                  <a:pt x="1016358" y="2633985"/>
                  <a:pt x="1017740" y="2638290"/>
                </a:cubicBezTo>
                <a:lnTo>
                  <a:pt x="1022159" y="2651140"/>
                </a:lnTo>
                <a:lnTo>
                  <a:pt x="1039562" y="2702622"/>
                </a:lnTo>
                <a:lnTo>
                  <a:pt x="1043838" y="2715519"/>
                </a:lnTo>
                <a:lnTo>
                  <a:pt x="1048848" y="2728149"/>
                </a:lnTo>
                <a:lnTo>
                  <a:pt x="1059031" y="2753438"/>
                </a:lnTo>
                <a:lnTo>
                  <a:pt x="1068946" y="2778746"/>
                </a:lnTo>
                <a:cubicBezTo>
                  <a:pt x="1072175" y="2787214"/>
                  <a:pt x="1075414" y="2795672"/>
                  <a:pt x="1079424" y="2803835"/>
                </a:cubicBezTo>
                <a:cubicBezTo>
                  <a:pt x="1094664" y="2836706"/>
                  <a:pt x="1108446" y="2870291"/>
                  <a:pt x="1125887" y="2902142"/>
                </a:cubicBezTo>
                <a:cubicBezTo>
                  <a:pt x="1158700" y="2966903"/>
                  <a:pt x="1195571" y="3029530"/>
                  <a:pt x="1236291" y="3089642"/>
                </a:cubicBezTo>
                <a:cubicBezTo>
                  <a:pt x="1257798" y="3118921"/>
                  <a:pt x="1277487" y="3149516"/>
                  <a:pt x="1300785" y="3177472"/>
                </a:cubicBezTo>
                <a:cubicBezTo>
                  <a:pt x="1312148" y="3191645"/>
                  <a:pt x="1322902" y="3206323"/>
                  <a:pt x="1334598" y="3220220"/>
                </a:cubicBezTo>
                <a:lnTo>
                  <a:pt x="1370326" y="3261406"/>
                </a:lnTo>
                <a:cubicBezTo>
                  <a:pt x="1376366" y="3268198"/>
                  <a:pt x="1381900" y="3275446"/>
                  <a:pt x="1388319" y="3281885"/>
                </a:cubicBezTo>
                <a:lnTo>
                  <a:pt x="1407189" y="3301564"/>
                </a:lnTo>
                <a:cubicBezTo>
                  <a:pt x="1419847" y="3314603"/>
                  <a:pt x="1432001" y="3328148"/>
                  <a:pt x="1444917" y="3340931"/>
                </a:cubicBezTo>
                <a:lnTo>
                  <a:pt x="1484408" y="3378525"/>
                </a:lnTo>
                <a:cubicBezTo>
                  <a:pt x="1491075" y="3384717"/>
                  <a:pt x="1497295" y="3391365"/>
                  <a:pt x="1504248" y="3397223"/>
                </a:cubicBezTo>
                <a:lnTo>
                  <a:pt x="1524908" y="3415006"/>
                </a:lnTo>
                <a:cubicBezTo>
                  <a:pt x="1538738" y="3426789"/>
                  <a:pt x="1552159" y="3439066"/>
                  <a:pt x="1566180" y="3450620"/>
                </a:cubicBezTo>
                <a:lnTo>
                  <a:pt x="1609042" y="3484253"/>
                </a:lnTo>
                <a:cubicBezTo>
                  <a:pt x="1616243" y="3489796"/>
                  <a:pt x="1623120" y="3495759"/>
                  <a:pt x="1630540" y="3500988"/>
                </a:cubicBezTo>
                <a:lnTo>
                  <a:pt x="1652781" y="3516705"/>
                </a:lnTo>
                <a:cubicBezTo>
                  <a:pt x="1667650" y="3527125"/>
                  <a:pt x="1682223" y="3537984"/>
                  <a:pt x="1697206" y="3548223"/>
                </a:cubicBezTo>
                <a:lnTo>
                  <a:pt x="1743069" y="3577550"/>
                </a:lnTo>
                <a:cubicBezTo>
                  <a:pt x="1750736" y="3582399"/>
                  <a:pt x="1758204" y="3587580"/>
                  <a:pt x="1766005" y="3592200"/>
                </a:cubicBezTo>
                <a:lnTo>
                  <a:pt x="1789636" y="3605678"/>
                </a:lnTo>
                <a:lnTo>
                  <a:pt x="1836785" y="3632814"/>
                </a:lnTo>
                <a:lnTo>
                  <a:pt x="1885210" y="3657579"/>
                </a:lnTo>
                <a:lnTo>
                  <a:pt x="1463605" y="4500323"/>
                </a:lnTo>
                <a:lnTo>
                  <a:pt x="1388481" y="4461680"/>
                </a:lnTo>
                <a:cubicBezTo>
                  <a:pt x="1363878" y="4448002"/>
                  <a:pt x="1339561" y="4433820"/>
                  <a:pt x="1315139" y="4419770"/>
                </a:cubicBezTo>
                <a:lnTo>
                  <a:pt x="1278591" y="4398606"/>
                </a:lnTo>
                <a:cubicBezTo>
                  <a:pt x="1266514" y="4391395"/>
                  <a:pt x="1254779" y="4383594"/>
                  <a:pt x="1242892" y="4376088"/>
                </a:cubicBezTo>
                <a:lnTo>
                  <a:pt x="1171893" y="4330369"/>
                </a:lnTo>
                <a:cubicBezTo>
                  <a:pt x="1148632" y="4314557"/>
                  <a:pt x="1125877" y="4297983"/>
                  <a:pt x="1102912" y="4281791"/>
                </a:cubicBezTo>
                <a:lnTo>
                  <a:pt x="1068622" y="4257236"/>
                </a:lnTo>
                <a:cubicBezTo>
                  <a:pt x="1057192" y="4249025"/>
                  <a:pt x="1046362" y="4240090"/>
                  <a:pt x="1035218" y="4231518"/>
                </a:cubicBezTo>
                <a:lnTo>
                  <a:pt x="968943" y="4179292"/>
                </a:lnTo>
                <a:cubicBezTo>
                  <a:pt x="947245" y="4161424"/>
                  <a:pt x="926233" y="4142707"/>
                  <a:pt x="904916" y="4124362"/>
                </a:cubicBezTo>
                <a:lnTo>
                  <a:pt x="873112" y="4096654"/>
                </a:lnTo>
                <a:cubicBezTo>
                  <a:pt x="862472" y="4087462"/>
                  <a:pt x="852576" y="4077461"/>
                  <a:pt x="842289" y="4067869"/>
                </a:cubicBezTo>
                <a:lnTo>
                  <a:pt x="781329" y="4009576"/>
                </a:lnTo>
                <a:cubicBezTo>
                  <a:pt x="761327" y="3989783"/>
                  <a:pt x="742277" y="3969114"/>
                  <a:pt x="722789" y="3948835"/>
                </a:cubicBezTo>
                <a:lnTo>
                  <a:pt x="693766" y="3918221"/>
                </a:lnTo>
                <a:cubicBezTo>
                  <a:pt x="683984" y="3908116"/>
                  <a:pt x="675125" y="3897172"/>
                  <a:pt x="665791" y="3886656"/>
                </a:cubicBezTo>
                <a:lnTo>
                  <a:pt x="610622" y="3822838"/>
                </a:lnTo>
                <a:cubicBezTo>
                  <a:pt x="592572" y="3801283"/>
                  <a:pt x="575570" y="3778833"/>
                  <a:pt x="558082" y="3756802"/>
                </a:cubicBezTo>
                <a:cubicBezTo>
                  <a:pt x="522564" y="3713129"/>
                  <a:pt x="491103" y="3666371"/>
                  <a:pt x="458365" y="3620594"/>
                </a:cubicBezTo>
                <a:cubicBezTo>
                  <a:pt x="395091" y="3527363"/>
                  <a:pt x="337788" y="3430208"/>
                  <a:pt x="286820" y="3329720"/>
                </a:cubicBezTo>
                <a:cubicBezTo>
                  <a:pt x="260283" y="3279970"/>
                  <a:pt x="237985" y="3228145"/>
                  <a:pt x="214754" y="3176777"/>
                </a:cubicBezTo>
                <a:cubicBezTo>
                  <a:pt x="208791" y="3164004"/>
                  <a:pt x="203600" y="3150897"/>
                  <a:pt x="198447" y="3137724"/>
                </a:cubicBezTo>
                <a:lnTo>
                  <a:pt x="182892" y="3098386"/>
                </a:lnTo>
                <a:lnTo>
                  <a:pt x="167462" y="3059009"/>
                </a:lnTo>
                <a:lnTo>
                  <a:pt x="159842" y="3039293"/>
                </a:lnTo>
                <a:lnTo>
                  <a:pt x="152994" y="3019290"/>
                </a:lnTo>
                <a:lnTo>
                  <a:pt x="125905" y="2939137"/>
                </a:lnTo>
                <a:lnTo>
                  <a:pt x="119237" y="2919078"/>
                </a:lnTo>
                <a:cubicBezTo>
                  <a:pt x="117103" y="2912363"/>
                  <a:pt x="115284" y="2905543"/>
                  <a:pt x="113293" y="2898780"/>
                </a:cubicBezTo>
                <a:lnTo>
                  <a:pt x="101682" y="2858098"/>
                </a:lnTo>
                <a:lnTo>
                  <a:pt x="90186" y="2817389"/>
                </a:lnTo>
                <a:cubicBezTo>
                  <a:pt x="86376" y="2803796"/>
                  <a:pt x="82356" y="2790280"/>
                  <a:pt x="79384" y="2776498"/>
                </a:cubicBezTo>
                <a:lnTo>
                  <a:pt x="60334" y="2694069"/>
                </a:lnTo>
                <a:cubicBezTo>
                  <a:pt x="57372" y="2680295"/>
                  <a:pt x="53667" y="2666655"/>
                  <a:pt x="51381" y="2652749"/>
                </a:cubicBezTo>
                <a:lnTo>
                  <a:pt x="43856" y="2611144"/>
                </a:lnTo>
                <a:cubicBezTo>
                  <a:pt x="38951" y="2583398"/>
                  <a:pt x="33817" y="2555670"/>
                  <a:pt x="29321" y="2527858"/>
                </a:cubicBezTo>
                <a:lnTo>
                  <a:pt x="18567" y="2444038"/>
                </a:lnTo>
                <a:lnTo>
                  <a:pt x="13367" y="2402127"/>
                </a:lnTo>
                <a:cubicBezTo>
                  <a:pt x="11976" y="2388125"/>
                  <a:pt x="11052" y="2374095"/>
                  <a:pt x="9899" y="2360075"/>
                </a:cubicBezTo>
                <a:lnTo>
                  <a:pt x="3584" y="2275921"/>
                </a:lnTo>
                <a:cubicBezTo>
                  <a:pt x="1784" y="2247861"/>
                  <a:pt x="1680" y="2219781"/>
                  <a:pt x="727" y="2191701"/>
                </a:cubicBezTo>
                <a:lnTo>
                  <a:pt x="-226" y="2149582"/>
                </a:lnTo>
                <a:lnTo>
                  <a:pt x="-683" y="2128522"/>
                </a:lnTo>
                <a:lnTo>
                  <a:pt x="-226" y="2107472"/>
                </a:lnTo>
                <a:lnTo>
                  <a:pt x="1870" y="2023232"/>
                </a:lnTo>
                <a:cubicBezTo>
                  <a:pt x="2156" y="1995153"/>
                  <a:pt x="4585" y="1967111"/>
                  <a:pt x="6632" y="1939050"/>
                </a:cubicBezTo>
                <a:cubicBezTo>
                  <a:pt x="8680" y="1910990"/>
                  <a:pt x="10795" y="1882948"/>
                  <a:pt x="13300" y="1854926"/>
                </a:cubicBezTo>
                <a:lnTo>
                  <a:pt x="23777" y="1771106"/>
                </a:lnTo>
                <a:lnTo>
                  <a:pt x="29216" y="1729195"/>
                </a:lnTo>
                <a:cubicBezTo>
                  <a:pt x="31292" y="1715270"/>
                  <a:pt x="33979" y="1701421"/>
                  <a:pt x="36341" y="1687533"/>
                </a:cubicBezTo>
                <a:lnTo>
                  <a:pt x="51267" y="1604304"/>
                </a:lnTo>
                <a:cubicBezTo>
                  <a:pt x="56658" y="1576681"/>
                  <a:pt x="63506" y="1549259"/>
                  <a:pt x="69678" y="1521751"/>
                </a:cubicBezTo>
                <a:cubicBezTo>
                  <a:pt x="81394" y="1466506"/>
                  <a:pt x="97825" y="1412546"/>
                  <a:pt x="113169" y="1358263"/>
                </a:cubicBezTo>
                <a:cubicBezTo>
                  <a:pt x="115151" y="1351501"/>
                  <a:pt x="116980" y="1344690"/>
                  <a:pt x="119103" y="1337966"/>
                </a:cubicBezTo>
                <a:lnTo>
                  <a:pt x="125771" y="1317906"/>
                </a:lnTo>
                <a:lnTo>
                  <a:pt x="139258" y="1277806"/>
                </a:lnTo>
                <a:lnTo>
                  <a:pt x="152860" y="1237801"/>
                </a:lnTo>
                <a:lnTo>
                  <a:pt x="159708" y="1217798"/>
                </a:lnTo>
                <a:lnTo>
                  <a:pt x="167329" y="1198072"/>
                </a:lnTo>
                <a:cubicBezTo>
                  <a:pt x="187969" y="1145589"/>
                  <a:pt x="207867" y="1092783"/>
                  <a:pt x="231956" y="1041786"/>
                </a:cubicBezTo>
                <a:cubicBezTo>
                  <a:pt x="417646" y="628953"/>
                  <a:pt x="705539" y="270289"/>
                  <a:pt x="1068422" y="-316"/>
                </a:cubicBezTo>
                <a:close/>
              </a:path>
            </a:pathLst>
          </a:custGeom>
          <a:gradFill>
            <a:gsLst>
              <a:gs pos="19000">
                <a:srgbClr val="00B050">
                  <a:alpha val="80000"/>
                </a:srgbClr>
              </a:gs>
              <a:gs pos="92000">
                <a:srgbClr val="00B050">
                  <a:alpha val="0"/>
                </a:srgbClr>
              </a:gs>
            </a:gsLst>
            <a:lin ang="2700000" scaled="0"/>
          </a:gradFill>
          <a:ln w="9525" cap="flat">
            <a:noFill/>
            <a:prstDash val="solid"/>
            <a:miter/>
          </a:ln>
          <a:scene3d>
            <a:camera prst="orthographicFront">
              <a:rot lat="5400000" lon="0" rev="0"/>
            </a:camera>
            <a:lightRig rig="threePt" dir="t"/>
          </a:scene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771259" y="2721081"/>
            <a:ext cx="1951555" cy="1951508"/>
            <a:chOff x="13745916" y="4867927"/>
            <a:chExt cx="1387966" cy="1387933"/>
          </a:xfrm>
        </p:grpSpPr>
        <p:sp>
          <p:nvSpPr>
            <p:cNvPr id="15" name="图形 8"/>
            <p:cNvSpPr/>
            <p:nvPr/>
          </p:nvSpPr>
          <p:spPr>
            <a:xfrm>
              <a:off x="13745916" y="4867927"/>
              <a:ext cx="1387966" cy="1387933"/>
            </a:xfrm>
            <a:custGeom>
              <a:avLst/>
              <a:gdLst>
                <a:gd name="connsiteX0" fmla="*/ 1038516 w 2078784"/>
                <a:gd name="connsiteY0" fmla="*/ -430 h 2078736"/>
                <a:gd name="connsiteX1" fmla="*/ 2077932 w 2078784"/>
                <a:gd name="connsiteY1" fmla="*/ 1038938 h 2078736"/>
                <a:gd name="connsiteX2" fmla="*/ 1038516 w 2078784"/>
                <a:gd name="connsiteY2" fmla="*/ 2078306 h 2078736"/>
                <a:gd name="connsiteX3" fmla="*/ -852 w 2078784"/>
                <a:gd name="connsiteY3" fmla="*/ 1038986 h 2078736"/>
                <a:gd name="connsiteX4" fmla="*/ 1038392 w 2078784"/>
                <a:gd name="connsiteY4" fmla="*/ -430 h 2078736"/>
                <a:gd name="connsiteX5" fmla="*/ 1038516 w 2078784"/>
                <a:gd name="connsiteY5" fmla="*/ -430 h 20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8784" h="2078736">
                  <a:moveTo>
                    <a:pt x="1038516" y="-430"/>
                  </a:moveTo>
                  <a:cubicBezTo>
                    <a:pt x="1612540" y="-430"/>
                    <a:pt x="2077932" y="464914"/>
                    <a:pt x="2077932" y="1038938"/>
                  </a:cubicBezTo>
                  <a:cubicBezTo>
                    <a:pt x="2077932" y="1612962"/>
                    <a:pt x="1612540" y="2078306"/>
                    <a:pt x="1038516" y="2078306"/>
                  </a:cubicBezTo>
                  <a:cubicBezTo>
                    <a:pt x="464511" y="2078306"/>
                    <a:pt x="-823" y="1612991"/>
                    <a:pt x="-852" y="1038986"/>
                  </a:cubicBezTo>
                  <a:cubicBezTo>
                    <a:pt x="-900" y="464980"/>
                    <a:pt x="464387" y="-383"/>
                    <a:pt x="1038392" y="-430"/>
                  </a:cubicBezTo>
                  <a:cubicBezTo>
                    <a:pt x="1038431" y="-430"/>
                    <a:pt x="1038478" y="-430"/>
                    <a:pt x="1038516" y="-430"/>
                  </a:cubicBezTo>
                  <a:close/>
                </a:path>
              </a:pathLst>
            </a:custGeom>
            <a:gradFill>
              <a:gsLst>
                <a:gs pos="95000">
                  <a:srgbClr val="5597F8">
                    <a:alpha val="0"/>
                  </a:srgbClr>
                </a:gs>
                <a:gs pos="50000">
                  <a:srgbClr val="54B7FA">
                    <a:alpha val="69804"/>
                  </a:srgbClr>
                </a:gs>
                <a:gs pos="5000">
                  <a:srgbClr val="5597F8">
                    <a:alpha val="0"/>
                  </a:srgb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图形 6"/>
            <p:cNvSpPr/>
            <p:nvPr/>
          </p:nvSpPr>
          <p:spPr>
            <a:xfrm>
              <a:off x="13859707" y="4981694"/>
              <a:ext cx="1160385" cy="1160398"/>
            </a:xfrm>
            <a:custGeom>
              <a:avLst/>
              <a:gdLst>
                <a:gd name="connsiteX0" fmla="*/ 868184 w 1737931"/>
                <a:gd name="connsiteY0" fmla="*/ -376 h 1737950"/>
                <a:gd name="connsiteX1" fmla="*/ 1737141 w 1737931"/>
                <a:gd name="connsiteY1" fmla="*/ 868599 h 1737950"/>
                <a:gd name="connsiteX2" fmla="*/ 868184 w 1737931"/>
                <a:gd name="connsiteY2" fmla="*/ 1737575 h 1737950"/>
                <a:gd name="connsiteX3" fmla="*/ -791 w 1737931"/>
                <a:gd name="connsiteY3" fmla="*/ 868599 h 1737950"/>
                <a:gd name="connsiteX4" fmla="*/ 868108 w 1737931"/>
                <a:gd name="connsiteY4" fmla="*/ -376 h 1737950"/>
                <a:gd name="connsiteX5" fmla="*/ 868184 w 1737931"/>
                <a:gd name="connsiteY5" fmla="*/ -376 h 173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7931" h="1737950">
                  <a:moveTo>
                    <a:pt x="868184" y="-376"/>
                  </a:moveTo>
                  <a:cubicBezTo>
                    <a:pt x="1348140" y="-376"/>
                    <a:pt x="1737141" y="388682"/>
                    <a:pt x="1737141" y="868599"/>
                  </a:cubicBezTo>
                  <a:cubicBezTo>
                    <a:pt x="1737141" y="1348516"/>
                    <a:pt x="1348140" y="1737575"/>
                    <a:pt x="868184" y="1737575"/>
                  </a:cubicBezTo>
                  <a:cubicBezTo>
                    <a:pt x="388258" y="1737575"/>
                    <a:pt x="-791" y="1348516"/>
                    <a:pt x="-791" y="868599"/>
                  </a:cubicBezTo>
                  <a:cubicBezTo>
                    <a:pt x="-810" y="388701"/>
                    <a:pt x="388210" y="-357"/>
                    <a:pt x="868108" y="-376"/>
                  </a:cubicBezTo>
                  <a:cubicBezTo>
                    <a:pt x="868137" y="-376"/>
                    <a:pt x="868156" y="-376"/>
                    <a:pt x="868184" y="-37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127000" dist="101600" dir="5400000" algn="ctr" rotWithShape="0">
                <a:srgbClr val="5D6C91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868309" y="4981575"/>
              <a:ext cx="1158136" cy="1158136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6400538" y="2721081"/>
            <a:ext cx="1951555" cy="1951508"/>
            <a:chOff x="13745916" y="4867927"/>
            <a:chExt cx="1387966" cy="1387933"/>
          </a:xfrm>
        </p:grpSpPr>
        <p:sp>
          <p:nvSpPr>
            <p:cNvPr id="19" name="图形 8"/>
            <p:cNvSpPr/>
            <p:nvPr/>
          </p:nvSpPr>
          <p:spPr>
            <a:xfrm>
              <a:off x="13745916" y="4867927"/>
              <a:ext cx="1387966" cy="1387933"/>
            </a:xfrm>
            <a:custGeom>
              <a:avLst/>
              <a:gdLst>
                <a:gd name="connsiteX0" fmla="*/ 1038516 w 2078784"/>
                <a:gd name="connsiteY0" fmla="*/ -430 h 2078736"/>
                <a:gd name="connsiteX1" fmla="*/ 2077932 w 2078784"/>
                <a:gd name="connsiteY1" fmla="*/ 1038938 h 2078736"/>
                <a:gd name="connsiteX2" fmla="*/ 1038516 w 2078784"/>
                <a:gd name="connsiteY2" fmla="*/ 2078306 h 2078736"/>
                <a:gd name="connsiteX3" fmla="*/ -852 w 2078784"/>
                <a:gd name="connsiteY3" fmla="*/ 1038986 h 2078736"/>
                <a:gd name="connsiteX4" fmla="*/ 1038392 w 2078784"/>
                <a:gd name="connsiteY4" fmla="*/ -430 h 2078736"/>
                <a:gd name="connsiteX5" fmla="*/ 1038516 w 2078784"/>
                <a:gd name="connsiteY5" fmla="*/ -430 h 207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8784" h="2078736">
                  <a:moveTo>
                    <a:pt x="1038516" y="-430"/>
                  </a:moveTo>
                  <a:cubicBezTo>
                    <a:pt x="1612540" y="-430"/>
                    <a:pt x="2077932" y="464914"/>
                    <a:pt x="2077932" y="1038938"/>
                  </a:cubicBezTo>
                  <a:cubicBezTo>
                    <a:pt x="2077932" y="1612962"/>
                    <a:pt x="1612540" y="2078306"/>
                    <a:pt x="1038516" y="2078306"/>
                  </a:cubicBezTo>
                  <a:cubicBezTo>
                    <a:pt x="464511" y="2078306"/>
                    <a:pt x="-823" y="1612991"/>
                    <a:pt x="-852" y="1038986"/>
                  </a:cubicBezTo>
                  <a:cubicBezTo>
                    <a:pt x="-900" y="464980"/>
                    <a:pt x="464387" y="-383"/>
                    <a:pt x="1038392" y="-430"/>
                  </a:cubicBezTo>
                  <a:cubicBezTo>
                    <a:pt x="1038431" y="-430"/>
                    <a:pt x="1038478" y="-430"/>
                    <a:pt x="1038516" y="-430"/>
                  </a:cubicBezTo>
                  <a:close/>
                </a:path>
              </a:pathLst>
            </a:custGeom>
            <a:gradFill>
              <a:gsLst>
                <a:gs pos="95000">
                  <a:srgbClr val="5597F8">
                    <a:alpha val="0"/>
                  </a:srgbClr>
                </a:gs>
                <a:gs pos="50000">
                  <a:srgbClr val="54B7FA">
                    <a:alpha val="69804"/>
                  </a:srgbClr>
                </a:gs>
                <a:gs pos="5000">
                  <a:srgbClr val="5597F8">
                    <a:alpha val="0"/>
                  </a:srgb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图形 6"/>
            <p:cNvSpPr/>
            <p:nvPr/>
          </p:nvSpPr>
          <p:spPr>
            <a:xfrm>
              <a:off x="13859707" y="4981694"/>
              <a:ext cx="1160385" cy="1160398"/>
            </a:xfrm>
            <a:custGeom>
              <a:avLst/>
              <a:gdLst>
                <a:gd name="connsiteX0" fmla="*/ 868184 w 1737931"/>
                <a:gd name="connsiteY0" fmla="*/ -376 h 1737950"/>
                <a:gd name="connsiteX1" fmla="*/ 1737141 w 1737931"/>
                <a:gd name="connsiteY1" fmla="*/ 868599 h 1737950"/>
                <a:gd name="connsiteX2" fmla="*/ 868184 w 1737931"/>
                <a:gd name="connsiteY2" fmla="*/ 1737575 h 1737950"/>
                <a:gd name="connsiteX3" fmla="*/ -791 w 1737931"/>
                <a:gd name="connsiteY3" fmla="*/ 868599 h 1737950"/>
                <a:gd name="connsiteX4" fmla="*/ 868108 w 1737931"/>
                <a:gd name="connsiteY4" fmla="*/ -376 h 1737950"/>
                <a:gd name="connsiteX5" fmla="*/ 868184 w 1737931"/>
                <a:gd name="connsiteY5" fmla="*/ -376 h 173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7931" h="1737950">
                  <a:moveTo>
                    <a:pt x="868184" y="-376"/>
                  </a:moveTo>
                  <a:cubicBezTo>
                    <a:pt x="1348140" y="-376"/>
                    <a:pt x="1737141" y="388682"/>
                    <a:pt x="1737141" y="868599"/>
                  </a:cubicBezTo>
                  <a:cubicBezTo>
                    <a:pt x="1737141" y="1348516"/>
                    <a:pt x="1348140" y="1737575"/>
                    <a:pt x="868184" y="1737575"/>
                  </a:cubicBezTo>
                  <a:cubicBezTo>
                    <a:pt x="388258" y="1737575"/>
                    <a:pt x="-791" y="1348516"/>
                    <a:pt x="-791" y="868599"/>
                  </a:cubicBezTo>
                  <a:cubicBezTo>
                    <a:pt x="-810" y="388701"/>
                    <a:pt x="388210" y="-357"/>
                    <a:pt x="868108" y="-376"/>
                  </a:cubicBezTo>
                  <a:cubicBezTo>
                    <a:pt x="868137" y="-376"/>
                    <a:pt x="868156" y="-376"/>
                    <a:pt x="868184" y="-37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127000" dist="101600" dir="5400000" algn="ctr" rotWithShape="0">
                <a:srgbClr val="5D6C91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868309" y="4981575"/>
              <a:ext cx="1158136" cy="1158136"/>
            </a:xfrm>
            <a:prstGeom prst="rect">
              <a:avLst/>
            </a:prstGeom>
          </p:spPr>
        </p:pic>
      </p:grpSp>
      <p:sp>
        <p:nvSpPr>
          <p:cNvPr id="22" name="图形 10"/>
          <p:cNvSpPr/>
          <p:nvPr/>
        </p:nvSpPr>
        <p:spPr>
          <a:xfrm>
            <a:off x="6039819" y="2389970"/>
            <a:ext cx="2520000" cy="2520000"/>
          </a:xfrm>
          <a:custGeom>
            <a:avLst/>
            <a:gdLst>
              <a:gd name="connsiteX0" fmla="*/ 4315483 w 4315483"/>
              <a:gd name="connsiteY0" fmla="*/ 2157742 h 4315482"/>
              <a:gd name="connsiteX1" fmla="*/ 2157742 w 4315483"/>
              <a:gd name="connsiteY1" fmla="*/ 4315483 h 4315482"/>
              <a:gd name="connsiteX2" fmla="*/ 0 w 4315483"/>
              <a:gd name="connsiteY2" fmla="*/ 2157742 h 4315482"/>
              <a:gd name="connsiteX3" fmla="*/ 2157742 w 4315483"/>
              <a:gd name="connsiteY3" fmla="*/ 0 h 4315482"/>
              <a:gd name="connsiteX4" fmla="*/ 4315483 w 4315483"/>
              <a:gd name="connsiteY4" fmla="*/ 2157742 h 431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483" h="4315482">
                <a:moveTo>
                  <a:pt x="4315483" y="2157742"/>
                </a:moveTo>
                <a:cubicBezTo>
                  <a:pt x="4315483" y="3349429"/>
                  <a:pt x="3349429" y="4315483"/>
                  <a:pt x="2157742" y="4315483"/>
                </a:cubicBezTo>
                <a:cubicBezTo>
                  <a:pt x="966054" y="4315483"/>
                  <a:pt x="0" y="3349429"/>
                  <a:pt x="0" y="2157742"/>
                </a:cubicBezTo>
                <a:cubicBezTo>
                  <a:pt x="0" y="966054"/>
                  <a:pt x="966054" y="0"/>
                  <a:pt x="2157742" y="0"/>
                </a:cubicBezTo>
                <a:cubicBezTo>
                  <a:pt x="3349429" y="0"/>
                  <a:pt x="4315483" y="966054"/>
                  <a:pt x="4315483" y="2157742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50000">
                <a:schemeClr val="bg1">
                  <a:alpha val="85000"/>
                </a:schemeClr>
              </a:gs>
              <a:gs pos="5000">
                <a:schemeClr val="bg1">
                  <a:alpha val="0"/>
                </a:schemeClr>
              </a:gs>
            </a:gsLst>
            <a:lin ang="5400000" scaled="0"/>
          </a:gradFill>
          <a:ln w="63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Freeform 19"/>
          <p:cNvSpPr/>
          <p:nvPr/>
        </p:nvSpPr>
        <p:spPr bwMode="auto">
          <a:xfrm flipH="1">
            <a:off x="4889662" y="1922068"/>
            <a:ext cx="2346039" cy="861961"/>
          </a:xfrm>
          <a:custGeom>
            <a:avLst/>
            <a:gdLst>
              <a:gd name="T0" fmla="*/ 525 w 1006"/>
              <a:gd name="T1" fmla="*/ 139 h 711"/>
              <a:gd name="T2" fmla="*/ 144 w 1006"/>
              <a:gd name="T3" fmla="*/ 400 h 711"/>
              <a:gd name="T4" fmla="*/ 77 w 1006"/>
              <a:gd name="T5" fmla="*/ 322 h 711"/>
              <a:gd name="T6" fmla="*/ 0 w 1006"/>
              <a:gd name="T7" fmla="*/ 711 h 711"/>
              <a:gd name="T8" fmla="*/ 408 w 1006"/>
              <a:gd name="T9" fmla="*/ 711 h 711"/>
              <a:gd name="T10" fmla="*/ 333 w 1006"/>
              <a:gd name="T11" fmla="*/ 623 h 711"/>
              <a:gd name="T12" fmla="*/ 692 w 1006"/>
              <a:gd name="T13" fmla="*/ 316 h 711"/>
              <a:gd name="T14" fmla="*/ 1006 w 1006"/>
              <a:gd name="T15" fmla="*/ 177 h 711"/>
              <a:gd name="T16" fmla="*/ 525 w 1006"/>
              <a:gd name="T17" fmla="*/ 139 h 711"/>
              <a:gd name="connsiteX0" fmla="*/ 5219 w 22222"/>
              <a:gd name="connsiteY0" fmla="*/ 278 h 9397"/>
              <a:gd name="connsiteX1" fmla="*/ 1431 w 22222"/>
              <a:gd name="connsiteY1" fmla="*/ 3949 h 9397"/>
              <a:gd name="connsiteX2" fmla="*/ 765 w 22222"/>
              <a:gd name="connsiteY2" fmla="*/ 2852 h 9397"/>
              <a:gd name="connsiteX3" fmla="*/ 0 w 22222"/>
              <a:gd name="connsiteY3" fmla="*/ 8323 h 9397"/>
              <a:gd name="connsiteX4" fmla="*/ 4056 w 22222"/>
              <a:gd name="connsiteY4" fmla="*/ 8323 h 9397"/>
              <a:gd name="connsiteX5" fmla="*/ 3310 w 22222"/>
              <a:gd name="connsiteY5" fmla="*/ 7085 h 9397"/>
              <a:gd name="connsiteX6" fmla="*/ 6879 w 22222"/>
              <a:gd name="connsiteY6" fmla="*/ 2767 h 9397"/>
              <a:gd name="connsiteX7" fmla="*/ 22222 w 22222"/>
              <a:gd name="connsiteY7" fmla="*/ 9397 h 9397"/>
              <a:gd name="connsiteX8" fmla="*/ 5219 w 22222"/>
              <a:gd name="connsiteY8" fmla="*/ 278 h 9397"/>
              <a:gd name="connsiteX0-1" fmla="*/ 4255 w 10000"/>
              <a:gd name="connsiteY0-2" fmla="*/ 227 h 13239"/>
              <a:gd name="connsiteX1-3" fmla="*/ 644 w 10000"/>
              <a:gd name="connsiteY1-4" fmla="*/ 7441 h 13239"/>
              <a:gd name="connsiteX2-5" fmla="*/ 344 w 10000"/>
              <a:gd name="connsiteY2-6" fmla="*/ 6274 h 13239"/>
              <a:gd name="connsiteX3-7" fmla="*/ 0 w 10000"/>
              <a:gd name="connsiteY3-8" fmla="*/ 12096 h 13239"/>
              <a:gd name="connsiteX4-9" fmla="*/ 1825 w 10000"/>
              <a:gd name="connsiteY4-10" fmla="*/ 12096 h 13239"/>
              <a:gd name="connsiteX5-11" fmla="*/ 1490 w 10000"/>
              <a:gd name="connsiteY5-12" fmla="*/ 10779 h 13239"/>
              <a:gd name="connsiteX6-13" fmla="*/ 3096 w 10000"/>
              <a:gd name="connsiteY6-14" fmla="*/ 6184 h 13239"/>
              <a:gd name="connsiteX7-15" fmla="*/ 10000 w 10000"/>
              <a:gd name="connsiteY7-16" fmla="*/ 13239 h 13239"/>
              <a:gd name="connsiteX8-17" fmla="*/ 4255 w 10000"/>
              <a:gd name="connsiteY8-18" fmla="*/ 227 h 13239"/>
              <a:gd name="connsiteX0-19" fmla="*/ 4255 w 10000"/>
              <a:gd name="connsiteY0-20" fmla="*/ 227 h 13239"/>
              <a:gd name="connsiteX1-21" fmla="*/ 644 w 10000"/>
              <a:gd name="connsiteY1-22" fmla="*/ 7441 h 13239"/>
              <a:gd name="connsiteX2-23" fmla="*/ 344 w 10000"/>
              <a:gd name="connsiteY2-24" fmla="*/ 6274 h 13239"/>
              <a:gd name="connsiteX3-25" fmla="*/ 0 w 10000"/>
              <a:gd name="connsiteY3-26" fmla="*/ 12096 h 13239"/>
              <a:gd name="connsiteX4-27" fmla="*/ 1825 w 10000"/>
              <a:gd name="connsiteY4-28" fmla="*/ 12096 h 13239"/>
              <a:gd name="connsiteX5-29" fmla="*/ 1490 w 10000"/>
              <a:gd name="connsiteY5-30" fmla="*/ 10779 h 13239"/>
              <a:gd name="connsiteX6-31" fmla="*/ 3096 w 10000"/>
              <a:gd name="connsiteY6-32" fmla="*/ 6184 h 13239"/>
              <a:gd name="connsiteX7-33" fmla="*/ 10000 w 10000"/>
              <a:gd name="connsiteY7-34" fmla="*/ 13239 h 13239"/>
              <a:gd name="connsiteX8-35" fmla="*/ 4255 w 10000"/>
              <a:gd name="connsiteY8-36" fmla="*/ 227 h 13239"/>
              <a:gd name="connsiteX0-37" fmla="*/ 4255 w 10000"/>
              <a:gd name="connsiteY0-38" fmla="*/ 23 h 13035"/>
              <a:gd name="connsiteX1-39" fmla="*/ 644 w 10000"/>
              <a:gd name="connsiteY1-40" fmla="*/ 7237 h 13035"/>
              <a:gd name="connsiteX2-41" fmla="*/ 344 w 10000"/>
              <a:gd name="connsiteY2-42" fmla="*/ 6070 h 13035"/>
              <a:gd name="connsiteX3-43" fmla="*/ 0 w 10000"/>
              <a:gd name="connsiteY3-44" fmla="*/ 11892 h 13035"/>
              <a:gd name="connsiteX4-45" fmla="*/ 1825 w 10000"/>
              <a:gd name="connsiteY4-46" fmla="*/ 11892 h 13035"/>
              <a:gd name="connsiteX5-47" fmla="*/ 1490 w 10000"/>
              <a:gd name="connsiteY5-48" fmla="*/ 10575 h 13035"/>
              <a:gd name="connsiteX6-49" fmla="*/ 3096 w 10000"/>
              <a:gd name="connsiteY6-50" fmla="*/ 5980 h 13035"/>
              <a:gd name="connsiteX7-51" fmla="*/ 10000 w 10000"/>
              <a:gd name="connsiteY7-52" fmla="*/ 13035 h 13035"/>
              <a:gd name="connsiteX8-53" fmla="*/ 4255 w 10000"/>
              <a:gd name="connsiteY8-54" fmla="*/ 23 h 13035"/>
              <a:gd name="connsiteX0-55" fmla="*/ 4255 w 10000"/>
              <a:gd name="connsiteY0-56" fmla="*/ 23 h 13035"/>
              <a:gd name="connsiteX1-57" fmla="*/ 644 w 10000"/>
              <a:gd name="connsiteY1-58" fmla="*/ 7237 h 13035"/>
              <a:gd name="connsiteX2-59" fmla="*/ 344 w 10000"/>
              <a:gd name="connsiteY2-60" fmla="*/ 6070 h 13035"/>
              <a:gd name="connsiteX3-61" fmla="*/ 0 w 10000"/>
              <a:gd name="connsiteY3-62" fmla="*/ 11892 h 13035"/>
              <a:gd name="connsiteX4-63" fmla="*/ 1825 w 10000"/>
              <a:gd name="connsiteY4-64" fmla="*/ 11892 h 13035"/>
              <a:gd name="connsiteX5-65" fmla="*/ 1490 w 10000"/>
              <a:gd name="connsiteY5-66" fmla="*/ 10575 h 13035"/>
              <a:gd name="connsiteX6-67" fmla="*/ 4352 w 10000"/>
              <a:gd name="connsiteY6-68" fmla="*/ 5507 h 13035"/>
              <a:gd name="connsiteX7-69" fmla="*/ 10000 w 10000"/>
              <a:gd name="connsiteY7-70" fmla="*/ 13035 h 13035"/>
              <a:gd name="connsiteX8-71" fmla="*/ 4255 w 10000"/>
              <a:gd name="connsiteY8-72" fmla="*/ 23 h 13035"/>
              <a:gd name="connsiteX0-73" fmla="*/ 4255 w 10000"/>
              <a:gd name="connsiteY0-74" fmla="*/ 23 h 13035"/>
              <a:gd name="connsiteX1-75" fmla="*/ 644 w 10000"/>
              <a:gd name="connsiteY1-76" fmla="*/ 7237 h 13035"/>
              <a:gd name="connsiteX2-77" fmla="*/ 344 w 10000"/>
              <a:gd name="connsiteY2-78" fmla="*/ 6070 h 13035"/>
              <a:gd name="connsiteX3-79" fmla="*/ 0 w 10000"/>
              <a:gd name="connsiteY3-80" fmla="*/ 11892 h 13035"/>
              <a:gd name="connsiteX4-81" fmla="*/ 1825 w 10000"/>
              <a:gd name="connsiteY4-82" fmla="*/ 11892 h 13035"/>
              <a:gd name="connsiteX5-83" fmla="*/ 1490 w 10000"/>
              <a:gd name="connsiteY5-84" fmla="*/ 10575 h 13035"/>
              <a:gd name="connsiteX6-85" fmla="*/ 4352 w 10000"/>
              <a:gd name="connsiteY6-86" fmla="*/ 5507 h 13035"/>
              <a:gd name="connsiteX7-87" fmla="*/ 10000 w 10000"/>
              <a:gd name="connsiteY7-88" fmla="*/ 13035 h 13035"/>
              <a:gd name="connsiteX8-89" fmla="*/ 4255 w 10000"/>
              <a:gd name="connsiteY8-90" fmla="*/ 23 h 13035"/>
              <a:gd name="connsiteX0-91" fmla="*/ 4255 w 10000"/>
              <a:gd name="connsiteY0-92" fmla="*/ 23 h 13035"/>
              <a:gd name="connsiteX1-93" fmla="*/ 644 w 10000"/>
              <a:gd name="connsiteY1-94" fmla="*/ 7237 h 13035"/>
              <a:gd name="connsiteX2-95" fmla="*/ 344 w 10000"/>
              <a:gd name="connsiteY2-96" fmla="*/ 6070 h 13035"/>
              <a:gd name="connsiteX3-97" fmla="*/ 0 w 10000"/>
              <a:gd name="connsiteY3-98" fmla="*/ 11892 h 13035"/>
              <a:gd name="connsiteX4-99" fmla="*/ 1825 w 10000"/>
              <a:gd name="connsiteY4-100" fmla="*/ 11892 h 13035"/>
              <a:gd name="connsiteX5-101" fmla="*/ 1490 w 10000"/>
              <a:gd name="connsiteY5-102" fmla="*/ 10575 h 13035"/>
              <a:gd name="connsiteX6-103" fmla="*/ 4352 w 10000"/>
              <a:gd name="connsiteY6-104" fmla="*/ 5507 h 13035"/>
              <a:gd name="connsiteX7-105" fmla="*/ 10000 w 10000"/>
              <a:gd name="connsiteY7-106" fmla="*/ 13035 h 13035"/>
              <a:gd name="connsiteX8-107" fmla="*/ 4255 w 10000"/>
              <a:gd name="connsiteY8-108" fmla="*/ 23 h 13035"/>
              <a:gd name="connsiteX0-109" fmla="*/ 4255 w 10000"/>
              <a:gd name="connsiteY0-110" fmla="*/ 23 h 13035"/>
              <a:gd name="connsiteX1-111" fmla="*/ 644 w 10000"/>
              <a:gd name="connsiteY1-112" fmla="*/ 7237 h 13035"/>
              <a:gd name="connsiteX2-113" fmla="*/ 344 w 10000"/>
              <a:gd name="connsiteY2-114" fmla="*/ 6070 h 13035"/>
              <a:gd name="connsiteX3-115" fmla="*/ 0 w 10000"/>
              <a:gd name="connsiteY3-116" fmla="*/ 11892 h 13035"/>
              <a:gd name="connsiteX4-117" fmla="*/ 1825 w 10000"/>
              <a:gd name="connsiteY4-118" fmla="*/ 11892 h 13035"/>
              <a:gd name="connsiteX5-119" fmla="*/ 1490 w 10000"/>
              <a:gd name="connsiteY5-120" fmla="*/ 10575 h 13035"/>
              <a:gd name="connsiteX6-121" fmla="*/ 4525 w 10000"/>
              <a:gd name="connsiteY6-122" fmla="*/ 3617 h 13035"/>
              <a:gd name="connsiteX7-123" fmla="*/ 10000 w 10000"/>
              <a:gd name="connsiteY7-124" fmla="*/ 13035 h 13035"/>
              <a:gd name="connsiteX8-125" fmla="*/ 4255 w 10000"/>
              <a:gd name="connsiteY8-126" fmla="*/ 23 h 13035"/>
              <a:gd name="connsiteX0-127" fmla="*/ 4255 w 10000"/>
              <a:gd name="connsiteY0-128" fmla="*/ 23 h 13035"/>
              <a:gd name="connsiteX1-129" fmla="*/ 644 w 10000"/>
              <a:gd name="connsiteY1-130" fmla="*/ 7237 h 13035"/>
              <a:gd name="connsiteX2-131" fmla="*/ 344 w 10000"/>
              <a:gd name="connsiteY2-132" fmla="*/ 6070 h 13035"/>
              <a:gd name="connsiteX3-133" fmla="*/ 0 w 10000"/>
              <a:gd name="connsiteY3-134" fmla="*/ 11892 h 13035"/>
              <a:gd name="connsiteX4-135" fmla="*/ 1825 w 10000"/>
              <a:gd name="connsiteY4-136" fmla="*/ 11892 h 13035"/>
              <a:gd name="connsiteX5-137" fmla="*/ 1490 w 10000"/>
              <a:gd name="connsiteY5-138" fmla="*/ 10575 h 13035"/>
              <a:gd name="connsiteX6-139" fmla="*/ 4525 w 10000"/>
              <a:gd name="connsiteY6-140" fmla="*/ 3617 h 13035"/>
              <a:gd name="connsiteX7-141" fmla="*/ 10000 w 10000"/>
              <a:gd name="connsiteY7-142" fmla="*/ 13035 h 13035"/>
              <a:gd name="connsiteX8-143" fmla="*/ 4255 w 10000"/>
              <a:gd name="connsiteY8-144" fmla="*/ 23 h 13035"/>
              <a:gd name="connsiteX0-145" fmla="*/ 5424 w 10000"/>
              <a:gd name="connsiteY0-146" fmla="*/ 23 h 13035"/>
              <a:gd name="connsiteX1-147" fmla="*/ 644 w 10000"/>
              <a:gd name="connsiteY1-148" fmla="*/ 7237 h 13035"/>
              <a:gd name="connsiteX2-149" fmla="*/ 344 w 10000"/>
              <a:gd name="connsiteY2-150" fmla="*/ 6070 h 13035"/>
              <a:gd name="connsiteX3-151" fmla="*/ 0 w 10000"/>
              <a:gd name="connsiteY3-152" fmla="*/ 11892 h 13035"/>
              <a:gd name="connsiteX4-153" fmla="*/ 1825 w 10000"/>
              <a:gd name="connsiteY4-154" fmla="*/ 11892 h 13035"/>
              <a:gd name="connsiteX5-155" fmla="*/ 1490 w 10000"/>
              <a:gd name="connsiteY5-156" fmla="*/ 10575 h 13035"/>
              <a:gd name="connsiteX6-157" fmla="*/ 4525 w 10000"/>
              <a:gd name="connsiteY6-158" fmla="*/ 3617 h 13035"/>
              <a:gd name="connsiteX7-159" fmla="*/ 10000 w 10000"/>
              <a:gd name="connsiteY7-160" fmla="*/ 13035 h 13035"/>
              <a:gd name="connsiteX8-161" fmla="*/ 5424 w 10000"/>
              <a:gd name="connsiteY8-162" fmla="*/ 23 h 13035"/>
              <a:gd name="connsiteX0-163" fmla="*/ 4644 w 10000"/>
              <a:gd name="connsiteY0-164" fmla="*/ 21 h 13348"/>
              <a:gd name="connsiteX1-165" fmla="*/ 644 w 10000"/>
              <a:gd name="connsiteY1-166" fmla="*/ 7550 h 13348"/>
              <a:gd name="connsiteX2-167" fmla="*/ 344 w 10000"/>
              <a:gd name="connsiteY2-168" fmla="*/ 6383 h 13348"/>
              <a:gd name="connsiteX3-169" fmla="*/ 0 w 10000"/>
              <a:gd name="connsiteY3-170" fmla="*/ 12205 h 13348"/>
              <a:gd name="connsiteX4-171" fmla="*/ 1825 w 10000"/>
              <a:gd name="connsiteY4-172" fmla="*/ 12205 h 13348"/>
              <a:gd name="connsiteX5-173" fmla="*/ 1490 w 10000"/>
              <a:gd name="connsiteY5-174" fmla="*/ 10888 h 13348"/>
              <a:gd name="connsiteX6-175" fmla="*/ 4525 w 10000"/>
              <a:gd name="connsiteY6-176" fmla="*/ 3930 h 13348"/>
              <a:gd name="connsiteX7-177" fmla="*/ 10000 w 10000"/>
              <a:gd name="connsiteY7-178" fmla="*/ 13348 h 13348"/>
              <a:gd name="connsiteX8-179" fmla="*/ 4644 w 10000"/>
              <a:gd name="connsiteY8-180" fmla="*/ 21 h 13348"/>
              <a:gd name="connsiteX0-181" fmla="*/ 4644 w 10000"/>
              <a:gd name="connsiteY0-182" fmla="*/ 36 h 13363"/>
              <a:gd name="connsiteX1-183" fmla="*/ 644 w 10000"/>
              <a:gd name="connsiteY1-184" fmla="*/ 7565 h 13363"/>
              <a:gd name="connsiteX2-185" fmla="*/ 344 w 10000"/>
              <a:gd name="connsiteY2-186" fmla="*/ 6398 h 13363"/>
              <a:gd name="connsiteX3-187" fmla="*/ 0 w 10000"/>
              <a:gd name="connsiteY3-188" fmla="*/ 12220 h 13363"/>
              <a:gd name="connsiteX4-189" fmla="*/ 1825 w 10000"/>
              <a:gd name="connsiteY4-190" fmla="*/ 12220 h 13363"/>
              <a:gd name="connsiteX5-191" fmla="*/ 1490 w 10000"/>
              <a:gd name="connsiteY5-192" fmla="*/ 10903 h 13363"/>
              <a:gd name="connsiteX6-193" fmla="*/ 4525 w 10000"/>
              <a:gd name="connsiteY6-194" fmla="*/ 3945 h 13363"/>
              <a:gd name="connsiteX7-195" fmla="*/ 10000 w 10000"/>
              <a:gd name="connsiteY7-196" fmla="*/ 13363 h 13363"/>
              <a:gd name="connsiteX8-197" fmla="*/ 4644 w 10000"/>
              <a:gd name="connsiteY8-198" fmla="*/ 36 h 13363"/>
              <a:gd name="connsiteX0-199" fmla="*/ 4644 w 10000"/>
              <a:gd name="connsiteY0-200" fmla="*/ 36 h 13363"/>
              <a:gd name="connsiteX1-201" fmla="*/ 644 w 10000"/>
              <a:gd name="connsiteY1-202" fmla="*/ 7565 h 13363"/>
              <a:gd name="connsiteX2-203" fmla="*/ 344 w 10000"/>
              <a:gd name="connsiteY2-204" fmla="*/ 6398 h 13363"/>
              <a:gd name="connsiteX3-205" fmla="*/ 0 w 10000"/>
              <a:gd name="connsiteY3-206" fmla="*/ 12220 h 13363"/>
              <a:gd name="connsiteX4-207" fmla="*/ 1825 w 10000"/>
              <a:gd name="connsiteY4-208" fmla="*/ 12220 h 13363"/>
              <a:gd name="connsiteX5-209" fmla="*/ 1490 w 10000"/>
              <a:gd name="connsiteY5-210" fmla="*/ 10903 h 13363"/>
              <a:gd name="connsiteX6-211" fmla="*/ 4525 w 10000"/>
              <a:gd name="connsiteY6-212" fmla="*/ 3945 h 13363"/>
              <a:gd name="connsiteX7-213" fmla="*/ 10000 w 10000"/>
              <a:gd name="connsiteY7-214" fmla="*/ 13363 h 13363"/>
              <a:gd name="connsiteX8-215" fmla="*/ 4644 w 10000"/>
              <a:gd name="connsiteY8-216" fmla="*/ 36 h 13363"/>
              <a:gd name="connsiteX0-217" fmla="*/ 4644 w 10000"/>
              <a:gd name="connsiteY0-218" fmla="*/ 36 h 13363"/>
              <a:gd name="connsiteX1-219" fmla="*/ 644 w 10000"/>
              <a:gd name="connsiteY1-220" fmla="*/ 7565 h 13363"/>
              <a:gd name="connsiteX2-221" fmla="*/ 344 w 10000"/>
              <a:gd name="connsiteY2-222" fmla="*/ 6398 h 13363"/>
              <a:gd name="connsiteX3-223" fmla="*/ 0 w 10000"/>
              <a:gd name="connsiteY3-224" fmla="*/ 12220 h 13363"/>
              <a:gd name="connsiteX4-225" fmla="*/ 1825 w 10000"/>
              <a:gd name="connsiteY4-226" fmla="*/ 12220 h 13363"/>
              <a:gd name="connsiteX5-227" fmla="*/ 1490 w 10000"/>
              <a:gd name="connsiteY5-228" fmla="*/ 10903 h 13363"/>
              <a:gd name="connsiteX6-229" fmla="*/ 4525 w 10000"/>
              <a:gd name="connsiteY6-230" fmla="*/ 3945 h 13363"/>
              <a:gd name="connsiteX7-231" fmla="*/ 10000 w 10000"/>
              <a:gd name="connsiteY7-232" fmla="*/ 13363 h 13363"/>
              <a:gd name="connsiteX8-233" fmla="*/ 4644 w 10000"/>
              <a:gd name="connsiteY8-234" fmla="*/ 36 h 13363"/>
              <a:gd name="connsiteX0-235" fmla="*/ 4644 w 10000"/>
              <a:gd name="connsiteY0-236" fmla="*/ 36 h 13363"/>
              <a:gd name="connsiteX1-237" fmla="*/ 644 w 10000"/>
              <a:gd name="connsiteY1-238" fmla="*/ 7565 h 13363"/>
              <a:gd name="connsiteX2-239" fmla="*/ 344 w 10000"/>
              <a:gd name="connsiteY2-240" fmla="*/ 6398 h 13363"/>
              <a:gd name="connsiteX3-241" fmla="*/ 0 w 10000"/>
              <a:gd name="connsiteY3-242" fmla="*/ 12220 h 13363"/>
              <a:gd name="connsiteX4-243" fmla="*/ 1825 w 10000"/>
              <a:gd name="connsiteY4-244" fmla="*/ 12220 h 13363"/>
              <a:gd name="connsiteX5-245" fmla="*/ 1490 w 10000"/>
              <a:gd name="connsiteY5-246" fmla="*/ 10903 h 13363"/>
              <a:gd name="connsiteX6-247" fmla="*/ 4525 w 10000"/>
              <a:gd name="connsiteY6-248" fmla="*/ 3945 h 13363"/>
              <a:gd name="connsiteX7-249" fmla="*/ 10000 w 10000"/>
              <a:gd name="connsiteY7-250" fmla="*/ 13363 h 13363"/>
              <a:gd name="connsiteX8-251" fmla="*/ 4644 w 10000"/>
              <a:gd name="connsiteY8-252" fmla="*/ 36 h 13363"/>
              <a:gd name="connsiteX0-253" fmla="*/ 4644 w 10000"/>
              <a:gd name="connsiteY0-254" fmla="*/ 36 h 13363"/>
              <a:gd name="connsiteX1-255" fmla="*/ 644 w 10000"/>
              <a:gd name="connsiteY1-256" fmla="*/ 7565 h 13363"/>
              <a:gd name="connsiteX2-257" fmla="*/ 344 w 10000"/>
              <a:gd name="connsiteY2-258" fmla="*/ 6398 h 13363"/>
              <a:gd name="connsiteX3-259" fmla="*/ 0 w 10000"/>
              <a:gd name="connsiteY3-260" fmla="*/ 12220 h 13363"/>
              <a:gd name="connsiteX4-261" fmla="*/ 1825 w 10000"/>
              <a:gd name="connsiteY4-262" fmla="*/ 12220 h 13363"/>
              <a:gd name="connsiteX5-263" fmla="*/ 1490 w 10000"/>
              <a:gd name="connsiteY5-264" fmla="*/ 10903 h 13363"/>
              <a:gd name="connsiteX6-265" fmla="*/ 4525 w 10000"/>
              <a:gd name="connsiteY6-266" fmla="*/ 3945 h 13363"/>
              <a:gd name="connsiteX7-267" fmla="*/ 10000 w 10000"/>
              <a:gd name="connsiteY7-268" fmla="*/ 13363 h 13363"/>
              <a:gd name="connsiteX8-269" fmla="*/ 4644 w 10000"/>
              <a:gd name="connsiteY8-270" fmla="*/ 36 h 13363"/>
              <a:gd name="connsiteX0-271" fmla="*/ 4644 w 10000"/>
              <a:gd name="connsiteY0-272" fmla="*/ 36 h 13363"/>
              <a:gd name="connsiteX1-273" fmla="*/ 644 w 10000"/>
              <a:gd name="connsiteY1-274" fmla="*/ 7565 h 13363"/>
              <a:gd name="connsiteX2-275" fmla="*/ 344 w 10000"/>
              <a:gd name="connsiteY2-276" fmla="*/ 6398 h 13363"/>
              <a:gd name="connsiteX3-277" fmla="*/ 0 w 10000"/>
              <a:gd name="connsiteY3-278" fmla="*/ 12220 h 13363"/>
              <a:gd name="connsiteX4-279" fmla="*/ 1825 w 10000"/>
              <a:gd name="connsiteY4-280" fmla="*/ 12220 h 13363"/>
              <a:gd name="connsiteX5-281" fmla="*/ 1490 w 10000"/>
              <a:gd name="connsiteY5-282" fmla="*/ 10903 h 13363"/>
              <a:gd name="connsiteX6-283" fmla="*/ 4525 w 10000"/>
              <a:gd name="connsiteY6-284" fmla="*/ 3945 h 13363"/>
              <a:gd name="connsiteX7-285" fmla="*/ 10000 w 10000"/>
              <a:gd name="connsiteY7-286" fmla="*/ 13363 h 13363"/>
              <a:gd name="connsiteX8-287" fmla="*/ 4644 w 10000"/>
              <a:gd name="connsiteY8-288" fmla="*/ 36 h 133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0000" h="13363">
                <a:moveTo>
                  <a:pt x="4644" y="36"/>
                </a:moveTo>
                <a:cubicBezTo>
                  <a:pt x="2197" y="-592"/>
                  <a:pt x="823" y="7057"/>
                  <a:pt x="644" y="7565"/>
                </a:cubicBezTo>
                <a:lnTo>
                  <a:pt x="344" y="6398"/>
                </a:lnTo>
                <a:cubicBezTo>
                  <a:pt x="229" y="8339"/>
                  <a:pt x="115" y="10279"/>
                  <a:pt x="0" y="12220"/>
                </a:cubicBezTo>
                <a:lnTo>
                  <a:pt x="1825" y="12220"/>
                </a:lnTo>
                <a:cubicBezTo>
                  <a:pt x="1713" y="11781"/>
                  <a:pt x="1565" y="11153"/>
                  <a:pt x="1490" y="10903"/>
                </a:cubicBezTo>
                <a:cubicBezTo>
                  <a:pt x="1337" y="10390"/>
                  <a:pt x="2163" y="3956"/>
                  <a:pt x="4525" y="3945"/>
                </a:cubicBezTo>
                <a:cubicBezTo>
                  <a:pt x="7564" y="3568"/>
                  <a:pt x="9875" y="12930"/>
                  <a:pt x="10000" y="13363"/>
                </a:cubicBezTo>
                <a:cubicBezTo>
                  <a:pt x="9588" y="11089"/>
                  <a:pt x="7615" y="-470"/>
                  <a:pt x="4644" y="36"/>
                </a:cubicBezTo>
                <a:close/>
              </a:path>
            </a:pathLst>
          </a:custGeom>
          <a:gradFill>
            <a:gsLst>
              <a:gs pos="19000">
                <a:srgbClr val="00B050">
                  <a:alpha val="80000"/>
                </a:srgbClr>
              </a:gs>
              <a:gs pos="92000">
                <a:srgbClr val="00B050">
                  <a:alpha val="0"/>
                </a:srgbClr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Freeform 19"/>
          <p:cNvSpPr/>
          <p:nvPr/>
        </p:nvSpPr>
        <p:spPr bwMode="auto">
          <a:xfrm rot="10800000" flipH="1">
            <a:off x="5006955" y="4539231"/>
            <a:ext cx="2346039" cy="861961"/>
          </a:xfrm>
          <a:custGeom>
            <a:avLst/>
            <a:gdLst>
              <a:gd name="T0" fmla="*/ 525 w 1006"/>
              <a:gd name="T1" fmla="*/ 139 h 711"/>
              <a:gd name="T2" fmla="*/ 144 w 1006"/>
              <a:gd name="T3" fmla="*/ 400 h 711"/>
              <a:gd name="T4" fmla="*/ 77 w 1006"/>
              <a:gd name="T5" fmla="*/ 322 h 711"/>
              <a:gd name="T6" fmla="*/ 0 w 1006"/>
              <a:gd name="T7" fmla="*/ 711 h 711"/>
              <a:gd name="T8" fmla="*/ 408 w 1006"/>
              <a:gd name="T9" fmla="*/ 711 h 711"/>
              <a:gd name="T10" fmla="*/ 333 w 1006"/>
              <a:gd name="T11" fmla="*/ 623 h 711"/>
              <a:gd name="T12" fmla="*/ 692 w 1006"/>
              <a:gd name="T13" fmla="*/ 316 h 711"/>
              <a:gd name="T14" fmla="*/ 1006 w 1006"/>
              <a:gd name="T15" fmla="*/ 177 h 711"/>
              <a:gd name="T16" fmla="*/ 525 w 1006"/>
              <a:gd name="T17" fmla="*/ 139 h 711"/>
              <a:gd name="connsiteX0" fmla="*/ 5219 w 22222"/>
              <a:gd name="connsiteY0" fmla="*/ 278 h 9397"/>
              <a:gd name="connsiteX1" fmla="*/ 1431 w 22222"/>
              <a:gd name="connsiteY1" fmla="*/ 3949 h 9397"/>
              <a:gd name="connsiteX2" fmla="*/ 765 w 22222"/>
              <a:gd name="connsiteY2" fmla="*/ 2852 h 9397"/>
              <a:gd name="connsiteX3" fmla="*/ 0 w 22222"/>
              <a:gd name="connsiteY3" fmla="*/ 8323 h 9397"/>
              <a:gd name="connsiteX4" fmla="*/ 4056 w 22222"/>
              <a:gd name="connsiteY4" fmla="*/ 8323 h 9397"/>
              <a:gd name="connsiteX5" fmla="*/ 3310 w 22222"/>
              <a:gd name="connsiteY5" fmla="*/ 7085 h 9397"/>
              <a:gd name="connsiteX6" fmla="*/ 6879 w 22222"/>
              <a:gd name="connsiteY6" fmla="*/ 2767 h 9397"/>
              <a:gd name="connsiteX7" fmla="*/ 22222 w 22222"/>
              <a:gd name="connsiteY7" fmla="*/ 9397 h 9397"/>
              <a:gd name="connsiteX8" fmla="*/ 5219 w 22222"/>
              <a:gd name="connsiteY8" fmla="*/ 278 h 9397"/>
              <a:gd name="connsiteX0-1" fmla="*/ 4255 w 10000"/>
              <a:gd name="connsiteY0-2" fmla="*/ 227 h 13239"/>
              <a:gd name="connsiteX1-3" fmla="*/ 644 w 10000"/>
              <a:gd name="connsiteY1-4" fmla="*/ 7441 h 13239"/>
              <a:gd name="connsiteX2-5" fmla="*/ 344 w 10000"/>
              <a:gd name="connsiteY2-6" fmla="*/ 6274 h 13239"/>
              <a:gd name="connsiteX3-7" fmla="*/ 0 w 10000"/>
              <a:gd name="connsiteY3-8" fmla="*/ 12096 h 13239"/>
              <a:gd name="connsiteX4-9" fmla="*/ 1825 w 10000"/>
              <a:gd name="connsiteY4-10" fmla="*/ 12096 h 13239"/>
              <a:gd name="connsiteX5-11" fmla="*/ 1490 w 10000"/>
              <a:gd name="connsiteY5-12" fmla="*/ 10779 h 13239"/>
              <a:gd name="connsiteX6-13" fmla="*/ 3096 w 10000"/>
              <a:gd name="connsiteY6-14" fmla="*/ 6184 h 13239"/>
              <a:gd name="connsiteX7-15" fmla="*/ 10000 w 10000"/>
              <a:gd name="connsiteY7-16" fmla="*/ 13239 h 13239"/>
              <a:gd name="connsiteX8-17" fmla="*/ 4255 w 10000"/>
              <a:gd name="connsiteY8-18" fmla="*/ 227 h 13239"/>
              <a:gd name="connsiteX0-19" fmla="*/ 4255 w 10000"/>
              <a:gd name="connsiteY0-20" fmla="*/ 227 h 13239"/>
              <a:gd name="connsiteX1-21" fmla="*/ 644 w 10000"/>
              <a:gd name="connsiteY1-22" fmla="*/ 7441 h 13239"/>
              <a:gd name="connsiteX2-23" fmla="*/ 344 w 10000"/>
              <a:gd name="connsiteY2-24" fmla="*/ 6274 h 13239"/>
              <a:gd name="connsiteX3-25" fmla="*/ 0 w 10000"/>
              <a:gd name="connsiteY3-26" fmla="*/ 12096 h 13239"/>
              <a:gd name="connsiteX4-27" fmla="*/ 1825 w 10000"/>
              <a:gd name="connsiteY4-28" fmla="*/ 12096 h 13239"/>
              <a:gd name="connsiteX5-29" fmla="*/ 1490 w 10000"/>
              <a:gd name="connsiteY5-30" fmla="*/ 10779 h 13239"/>
              <a:gd name="connsiteX6-31" fmla="*/ 3096 w 10000"/>
              <a:gd name="connsiteY6-32" fmla="*/ 6184 h 13239"/>
              <a:gd name="connsiteX7-33" fmla="*/ 10000 w 10000"/>
              <a:gd name="connsiteY7-34" fmla="*/ 13239 h 13239"/>
              <a:gd name="connsiteX8-35" fmla="*/ 4255 w 10000"/>
              <a:gd name="connsiteY8-36" fmla="*/ 227 h 13239"/>
              <a:gd name="connsiteX0-37" fmla="*/ 4255 w 10000"/>
              <a:gd name="connsiteY0-38" fmla="*/ 23 h 13035"/>
              <a:gd name="connsiteX1-39" fmla="*/ 644 w 10000"/>
              <a:gd name="connsiteY1-40" fmla="*/ 7237 h 13035"/>
              <a:gd name="connsiteX2-41" fmla="*/ 344 w 10000"/>
              <a:gd name="connsiteY2-42" fmla="*/ 6070 h 13035"/>
              <a:gd name="connsiteX3-43" fmla="*/ 0 w 10000"/>
              <a:gd name="connsiteY3-44" fmla="*/ 11892 h 13035"/>
              <a:gd name="connsiteX4-45" fmla="*/ 1825 w 10000"/>
              <a:gd name="connsiteY4-46" fmla="*/ 11892 h 13035"/>
              <a:gd name="connsiteX5-47" fmla="*/ 1490 w 10000"/>
              <a:gd name="connsiteY5-48" fmla="*/ 10575 h 13035"/>
              <a:gd name="connsiteX6-49" fmla="*/ 3096 w 10000"/>
              <a:gd name="connsiteY6-50" fmla="*/ 5980 h 13035"/>
              <a:gd name="connsiteX7-51" fmla="*/ 10000 w 10000"/>
              <a:gd name="connsiteY7-52" fmla="*/ 13035 h 13035"/>
              <a:gd name="connsiteX8-53" fmla="*/ 4255 w 10000"/>
              <a:gd name="connsiteY8-54" fmla="*/ 23 h 13035"/>
              <a:gd name="connsiteX0-55" fmla="*/ 4255 w 10000"/>
              <a:gd name="connsiteY0-56" fmla="*/ 23 h 13035"/>
              <a:gd name="connsiteX1-57" fmla="*/ 644 w 10000"/>
              <a:gd name="connsiteY1-58" fmla="*/ 7237 h 13035"/>
              <a:gd name="connsiteX2-59" fmla="*/ 344 w 10000"/>
              <a:gd name="connsiteY2-60" fmla="*/ 6070 h 13035"/>
              <a:gd name="connsiteX3-61" fmla="*/ 0 w 10000"/>
              <a:gd name="connsiteY3-62" fmla="*/ 11892 h 13035"/>
              <a:gd name="connsiteX4-63" fmla="*/ 1825 w 10000"/>
              <a:gd name="connsiteY4-64" fmla="*/ 11892 h 13035"/>
              <a:gd name="connsiteX5-65" fmla="*/ 1490 w 10000"/>
              <a:gd name="connsiteY5-66" fmla="*/ 10575 h 13035"/>
              <a:gd name="connsiteX6-67" fmla="*/ 4352 w 10000"/>
              <a:gd name="connsiteY6-68" fmla="*/ 5507 h 13035"/>
              <a:gd name="connsiteX7-69" fmla="*/ 10000 w 10000"/>
              <a:gd name="connsiteY7-70" fmla="*/ 13035 h 13035"/>
              <a:gd name="connsiteX8-71" fmla="*/ 4255 w 10000"/>
              <a:gd name="connsiteY8-72" fmla="*/ 23 h 13035"/>
              <a:gd name="connsiteX0-73" fmla="*/ 4255 w 10000"/>
              <a:gd name="connsiteY0-74" fmla="*/ 23 h 13035"/>
              <a:gd name="connsiteX1-75" fmla="*/ 644 w 10000"/>
              <a:gd name="connsiteY1-76" fmla="*/ 7237 h 13035"/>
              <a:gd name="connsiteX2-77" fmla="*/ 344 w 10000"/>
              <a:gd name="connsiteY2-78" fmla="*/ 6070 h 13035"/>
              <a:gd name="connsiteX3-79" fmla="*/ 0 w 10000"/>
              <a:gd name="connsiteY3-80" fmla="*/ 11892 h 13035"/>
              <a:gd name="connsiteX4-81" fmla="*/ 1825 w 10000"/>
              <a:gd name="connsiteY4-82" fmla="*/ 11892 h 13035"/>
              <a:gd name="connsiteX5-83" fmla="*/ 1490 w 10000"/>
              <a:gd name="connsiteY5-84" fmla="*/ 10575 h 13035"/>
              <a:gd name="connsiteX6-85" fmla="*/ 4352 w 10000"/>
              <a:gd name="connsiteY6-86" fmla="*/ 5507 h 13035"/>
              <a:gd name="connsiteX7-87" fmla="*/ 10000 w 10000"/>
              <a:gd name="connsiteY7-88" fmla="*/ 13035 h 13035"/>
              <a:gd name="connsiteX8-89" fmla="*/ 4255 w 10000"/>
              <a:gd name="connsiteY8-90" fmla="*/ 23 h 13035"/>
              <a:gd name="connsiteX0-91" fmla="*/ 4255 w 10000"/>
              <a:gd name="connsiteY0-92" fmla="*/ 23 h 13035"/>
              <a:gd name="connsiteX1-93" fmla="*/ 644 w 10000"/>
              <a:gd name="connsiteY1-94" fmla="*/ 7237 h 13035"/>
              <a:gd name="connsiteX2-95" fmla="*/ 344 w 10000"/>
              <a:gd name="connsiteY2-96" fmla="*/ 6070 h 13035"/>
              <a:gd name="connsiteX3-97" fmla="*/ 0 w 10000"/>
              <a:gd name="connsiteY3-98" fmla="*/ 11892 h 13035"/>
              <a:gd name="connsiteX4-99" fmla="*/ 1825 w 10000"/>
              <a:gd name="connsiteY4-100" fmla="*/ 11892 h 13035"/>
              <a:gd name="connsiteX5-101" fmla="*/ 1490 w 10000"/>
              <a:gd name="connsiteY5-102" fmla="*/ 10575 h 13035"/>
              <a:gd name="connsiteX6-103" fmla="*/ 4352 w 10000"/>
              <a:gd name="connsiteY6-104" fmla="*/ 5507 h 13035"/>
              <a:gd name="connsiteX7-105" fmla="*/ 10000 w 10000"/>
              <a:gd name="connsiteY7-106" fmla="*/ 13035 h 13035"/>
              <a:gd name="connsiteX8-107" fmla="*/ 4255 w 10000"/>
              <a:gd name="connsiteY8-108" fmla="*/ 23 h 13035"/>
              <a:gd name="connsiteX0-109" fmla="*/ 4255 w 10000"/>
              <a:gd name="connsiteY0-110" fmla="*/ 23 h 13035"/>
              <a:gd name="connsiteX1-111" fmla="*/ 644 w 10000"/>
              <a:gd name="connsiteY1-112" fmla="*/ 7237 h 13035"/>
              <a:gd name="connsiteX2-113" fmla="*/ 344 w 10000"/>
              <a:gd name="connsiteY2-114" fmla="*/ 6070 h 13035"/>
              <a:gd name="connsiteX3-115" fmla="*/ 0 w 10000"/>
              <a:gd name="connsiteY3-116" fmla="*/ 11892 h 13035"/>
              <a:gd name="connsiteX4-117" fmla="*/ 1825 w 10000"/>
              <a:gd name="connsiteY4-118" fmla="*/ 11892 h 13035"/>
              <a:gd name="connsiteX5-119" fmla="*/ 1490 w 10000"/>
              <a:gd name="connsiteY5-120" fmla="*/ 10575 h 13035"/>
              <a:gd name="connsiteX6-121" fmla="*/ 4525 w 10000"/>
              <a:gd name="connsiteY6-122" fmla="*/ 3617 h 13035"/>
              <a:gd name="connsiteX7-123" fmla="*/ 10000 w 10000"/>
              <a:gd name="connsiteY7-124" fmla="*/ 13035 h 13035"/>
              <a:gd name="connsiteX8-125" fmla="*/ 4255 w 10000"/>
              <a:gd name="connsiteY8-126" fmla="*/ 23 h 13035"/>
              <a:gd name="connsiteX0-127" fmla="*/ 4255 w 10000"/>
              <a:gd name="connsiteY0-128" fmla="*/ 23 h 13035"/>
              <a:gd name="connsiteX1-129" fmla="*/ 644 w 10000"/>
              <a:gd name="connsiteY1-130" fmla="*/ 7237 h 13035"/>
              <a:gd name="connsiteX2-131" fmla="*/ 344 w 10000"/>
              <a:gd name="connsiteY2-132" fmla="*/ 6070 h 13035"/>
              <a:gd name="connsiteX3-133" fmla="*/ 0 w 10000"/>
              <a:gd name="connsiteY3-134" fmla="*/ 11892 h 13035"/>
              <a:gd name="connsiteX4-135" fmla="*/ 1825 w 10000"/>
              <a:gd name="connsiteY4-136" fmla="*/ 11892 h 13035"/>
              <a:gd name="connsiteX5-137" fmla="*/ 1490 w 10000"/>
              <a:gd name="connsiteY5-138" fmla="*/ 10575 h 13035"/>
              <a:gd name="connsiteX6-139" fmla="*/ 4525 w 10000"/>
              <a:gd name="connsiteY6-140" fmla="*/ 3617 h 13035"/>
              <a:gd name="connsiteX7-141" fmla="*/ 10000 w 10000"/>
              <a:gd name="connsiteY7-142" fmla="*/ 13035 h 13035"/>
              <a:gd name="connsiteX8-143" fmla="*/ 4255 w 10000"/>
              <a:gd name="connsiteY8-144" fmla="*/ 23 h 13035"/>
              <a:gd name="connsiteX0-145" fmla="*/ 5424 w 10000"/>
              <a:gd name="connsiteY0-146" fmla="*/ 23 h 13035"/>
              <a:gd name="connsiteX1-147" fmla="*/ 644 w 10000"/>
              <a:gd name="connsiteY1-148" fmla="*/ 7237 h 13035"/>
              <a:gd name="connsiteX2-149" fmla="*/ 344 w 10000"/>
              <a:gd name="connsiteY2-150" fmla="*/ 6070 h 13035"/>
              <a:gd name="connsiteX3-151" fmla="*/ 0 w 10000"/>
              <a:gd name="connsiteY3-152" fmla="*/ 11892 h 13035"/>
              <a:gd name="connsiteX4-153" fmla="*/ 1825 w 10000"/>
              <a:gd name="connsiteY4-154" fmla="*/ 11892 h 13035"/>
              <a:gd name="connsiteX5-155" fmla="*/ 1490 w 10000"/>
              <a:gd name="connsiteY5-156" fmla="*/ 10575 h 13035"/>
              <a:gd name="connsiteX6-157" fmla="*/ 4525 w 10000"/>
              <a:gd name="connsiteY6-158" fmla="*/ 3617 h 13035"/>
              <a:gd name="connsiteX7-159" fmla="*/ 10000 w 10000"/>
              <a:gd name="connsiteY7-160" fmla="*/ 13035 h 13035"/>
              <a:gd name="connsiteX8-161" fmla="*/ 5424 w 10000"/>
              <a:gd name="connsiteY8-162" fmla="*/ 23 h 13035"/>
              <a:gd name="connsiteX0-163" fmla="*/ 4644 w 10000"/>
              <a:gd name="connsiteY0-164" fmla="*/ 21 h 13348"/>
              <a:gd name="connsiteX1-165" fmla="*/ 644 w 10000"/>
              <a:gd name="connsiteY1-166" fmla="*/ 7550 h 13348"/>
              <a:gd name="connsiteX2-167" fmla="*/ 344 w 10000"/>
              <a:gd name="connsiteY2-168" fmla="*/ 6383 h 13348"/>
              <a:gd name="connsiteX3-169" fmla="*/ 0 w 10000"/>
              <a:gd name="connsiteY3-170" fmla="*/ 12205 h 13348"/>
              <a:gd name="connsiteX4-171" fmla="*/ 1825 w 10000"/>
              <a:gd name="connsiteY4-172" fmla="*/ 12205 h 13348"/>
              <a:gd name="connsiteX5-173" fmla="*/ 1490 w 10000"/>
              <a:gd name="connsiteY5-174" fmla="*/ 10888 h 13348"/>
              <a:gd name="connsiteX6-175" fmla="*/ 4525 w 10000"/>
              <a:gd name="connsiteY6-176" fmla="*/ 3930 h 13348"/>
              <a:gd name="connsiteX7-177" fmla="*/ 10000 w 10000"/>
              <a:gd name="connsiteY7-178" fmla="*/ 13348 h 13348"/>
              <a:gd name="connsiteX8-179" fmla="*/ 4644 w 10000"/>
              <a:gd name="connsiteY8-180" fmla="*/ 21 h 13348"/>
              <a:gd name="connsiteX0-181" fmla="*/ 4644 w 10000"/>
              <a:gd name="connsiteY0-182" fmla="*/ 36 h 13363"/>
              <a:gd name="connsiteX1-183" fmla="*/ 644 w 10000"/>
              <a:gd name="connsiteY1-184" fmla="*/ 7565 h 13363"/>
              <a:gd name="connsiteX2-185" fmla="*/ 344 w 10000"/>
              <a:gd name="connsiteY2-186" fmla="*/ 6398 h 13363"/>
              <a:gd name="connsiteX3-187" fmla="*/ 0 w 10000"/>
              <a:gd name="connsiteY3-188" fmla="*/ 12220 h 13363"/>
              <a:gd name="connsiteX4-189" fmla="*/ 1825 w 10000"/>
              <a:gd name="connsiteY4-190" fmla="*/ 12220 h 13363"/>
              <a:gd name="connsiteX5-191" fmla="*/ 1490 w 10000"/>
              <a:gd name="connsiteY5-192" fmla="*/ 10903 h 13363"/>
              <a:gd name="connsiteX6-193" fmla="*/ 4525 w 10000"/>
              <a:gd name="connsiteY6-194" fmla="*/ 3945 h 13363"/>
              <a:gd name="connsiteX7-195" fmla="*/ 10000 w 10000"/>
              <a:gd name="connsiteY7-196" fmla="*/ 13363 h 13363"/>
              <a:gd name="connsiteX8-197" fmla="*/ 4644 w 10000"/>
              <a:gd name="connsiteY8-198" fmla="*/ 36 h 13363"/>
              <a:gd name="connsiteX0-199" fmla="*/ 4644 w 10000"/>
              <a:gd name="connsiteY0-200" fmla="*/ 36 h 13363"/>
              <a:gd name="connsiteX1-201" fmla="*/ 644 w 10000"/>
              <a:gd name="connsiteY1-202" fmla="*/ 7565 h 13363"/>
              <a:gd name="connsiteX2-203" fmla="*/ 344 w 10000"/>
              <a:gd name="connsiteY2-204" fmla="*/ 6398 h 13363"/>
              <a:gd name="connsiteX3-205" fmla="*/ 0 w 10000"/>
              <a:gd name="connsiteY3-206" fmla="*/ 12220 h 13363"/>
              <a:gd name="connsiteX4-207" fmla="*/ 1825 w 10000"/>
              <a:gd name="connsiteY4-208" fmla="*/ 12220 h 13363"/>
              <a:gd name="connsiteX5-209" fmla="*/ 1490 w 10000"/>
              <a:gd name="connsiteY5-210" fmla="*/ 10903 h 13363"/>
              <a:gd name="connsiteX6-211" fmla="*/ 4525 w 10000"/>
              <a:gd name="connsiteY6-212" fmla="*/ 3945 h 13363"/>
              <a:gd name="connsiteX7-213" fmla="*/ 10000 w 10000"/>
              <a:gd name="connsiteY7-214" fmla="*/ 13363 h 13363"/>
              <a:gd name="connsiteX8-215" fmla="*/ 4644 w 10000"/>
              <a:gd name="connsiteY8-216" fmla="*/ 36 h 13363"/>
              <a:gd name="connsiteX0-217" fmla="*/ 4644 w 10000"/>
              <a:gd name="connsiteY0-218" fmla="*/ 36 h 13363"/>
              <a:gd name="connsiteX1-219" fmla="*/ 644 w 10000"/>
              <a:gd name="connsiteY1-220" fmla="*/ 7565 h 13363"/>
              <a:gd name="connsiteX2-221" fmla="*/ 344 w 10000"/>
              <a:gd name="connsiteY2-222" fmla="*/ 6398 h 13363"/>
              <a:gd name="connsiteX3-223" fmla="*/ 0 w 10000"/>
              <a:gd name="connsiteY3-224" fmla="*/ 12220 h 13363"/>
              <a:gd name="connsiteX4-225" fmla="*/ 1825 w 10000"/>
              <a:gd name="connsiteY4-226" fmla="*/ 12220 h 13363"/>
              <a:gd name="connsiteX5-227" fmla="*/ 1490 w 10000"/>
              <a:gd name="connsiteY5-228" fmla="*/ 10903 h 13363"/>
              <a:gd name="connsiteX6-229" fmla="*/ 4525 w 10000"/>
              <a:gd name="connsiteY6-230" fmla="*/ 3945 h 13363"/>
              <a:gd name="connsiteX7-231" fmla="*/ 10000 w 10000"/>
              <a:gd name="connsiteY7-232" fmla="*/ 13363 h 13363"/>
              <a:gd name="connsiteX8-233" fmla="*/ 4644 w 10000"/>
              <a:gd name="connsiteY8-234" fmla="*/ 36 h 13363"/>
              <a:gd name="connsiteX0-235" fmla="*/ 4644 w 10000"/>
              <a:gd name="connsiteY0-236" fmla="*/ 36 h 13363"/>
              <a:gd name="connsiteX1-237" fmla="*/ 644 w 10000"/>
              <a:gd name="connsiteY1-238" fmla="*/ 7565 h 13363"/>
              <a:gd name="connsiteX2-239" fmla="*/ 344 w 10000"/>
              <a:gd name="connsiteY2-240" fmla="*/ 6398 h 13363"/>
              <a:gd name="connsiteX3-241" fmla="*/ 0 w 10000"/>
              <a:gd name="connsiteY3-242" fmla="*/ 12220 h 13363"/>
              <a:gd name="connsiteX4-243" fmla="*/ 1825 w 10000"/>
              <a:gd name="connsiteY4-244" fmla="*/ 12220 h 13363"/>
              <a:gd name="connsiteX5-245" fmla="*/ 1490 w 10000"/>
              <a:gd name="connsiteY5-246" fmla="*/ 10903 h 13363"/>
              <a:gd name="connsiteX6-247" fmla="*/ 4525 w 10000"/>
              <a:gd name="connsiteY6-248" fmla="*/ 3945 h 13363"/>
              <a:gd name="connsiteX7-249" fmla="*/ 10000 w 10000"/>
              <a:gd name="connsiteY7-250" fmla="*/ 13363 h 13363"/>
              <a:gd name="connsiteX8-251" fmla="*/ 4644 w 10000"/>
              <a:gd name="connsiteY8-252" fmla="*/ 36 h 13363"/>
              <a:gd name="connsiteX0-253" fmla="*/ 4644 w 10000"/>
              <a:gd name="connsiteY0-254" fmla="*/ 36 h 13363"/>
              <a:gd name="connsiteX1-255" fmla="*/ 644 w 10000"/>
              <a:gd name="connsiteY1-256" fmla="*/ 7565 h 13363"/>
              <a:gd name="connsiteX2-257" fmla="*/ 344 w 10000"/>
              <a:gd name="connsiteY2-258" fmla="*/ 6398 h 13363"/>
              <a:gd name="connsiteX3-259" fmla="*/ 0 w 10000"/>
              <a:gd name="connsiteY3-260" fmla="*/ 12220 h 13363"/>
              <a:gd name="connsiteX4-261" fmla="*/ 1825 w 10000"/>
              <a:gd name="connsiteY4-262" fmla="*/ 12220 h 13363"/>
              <a:gd name="connsiteX5-263" fmla="*/ 1490 w 10000"/>
              <a:gd name="connsiteY5-264" fmla="*/ 10903 h 13363"/>
              <a:gd name="connsiteX6-265" fmla="*/ 4525 w 10000"/>
              <a:gd name="connsiteY6-266" fmla="*/ 3945 h 13363"/>
              <a:gd name="connsiteX7-267" fmla="*/ 10000 w 10000"/>
              <a:gd name="connsiteY7-268" fmla="*/ 13363 h 13363"/>
              <a:gd name="connsiteX8-269" fmla="*/ 4644 w 10000"/>
              <a:gd name="connsiteY8-270" fmla="*/ 36 h 13363"/>
              <a:gd name="connsiteX0-271" fmla="*/ 4644 w 10000"/>
              <a:gd name="connsiteY0-272" fmla="*/ 36 h 13363"/>
              <a:gd name="connsiteX1-273" fmla="*/ 644 w 10000"/>
              <a:gd name="connsiteY1-274" fmla="*/ 7565 h 13363"/>
              <a:gd name="connsiteX2-275" fmla="*/ 344 w 10000"/>
              <a:gd name="connsiteY2-276" fmla="*/ 6398 h 13363"/>
              <a:gd name="connsiteX3-277" fmla="*/ 0 w 10000"/>
              <a:gd name="connsiteY3-278" fmla="*/ 12220 h 13363"/>
              <a:gd name="connsiteX4-279" fmla="*/ 1825 w 10000"/>
              <a:gd name="connsiteY4-280" fmla="*/ 12220 h 13363"/>
              <a:gd name="connsiteX5-281" fmla="*/ 1490 w 10000"/>
              <a:gd name="connsiteY5-282" fmla="*/ 10903 h 13363"/>
              <a:gd name="connsiteX6-283" fmla="*/ 4525 w 10000"/>
              <a:gd name="connsiteY6-284" fmla="*/ 3945 h 13363"/>
              <a:gd name="connsiteX7-285" fmla="*/ 10000 w 10000"/>
              <a:gd name="connsiteY7-286" fmla="*/ 13363 h 13363"/>
              <a:gd name="connsiteX8-287" fmla="*/ 4644 w 10000"/>
              <a:gd name="connsiteY8-288" fmla="*/ 36 h 133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0000" h="13363">
                <a:moveTo>
                  <a:pt x="4644" y="36"/>
                </a:moveTo>
                <a:cubicBezTo>
                  <a:pt x="2197" y="-592"/>
                  <a:pt x="823" y="7057"/>
                  <a:pt x="644" y="7565"/>
                </a:cubicBezTo>
                <a:lnTo>
                  <a:pt x="344" y="6398"/>
                </a:lnTo>
                <a:cubicBezTo>
                  <a:pt x="229" y="8339"/>
                  <a:pt x="115" y="10279"/>
                  <a:pt x="0" y="12220"/>
                </a:cubicBezTo>
                <a:lnTo>
                  <a:pt x="1825" y="12220"/>
                </a:lnTo>
                <a:cubicBezTo>
                  <a:pt x="1713" y="11781"/>
                  <a:pt x="1565" y="11153"/>
                  <a:pt x="1490" y="10903"/>
                </a:cubicBezTo>
                <a:cubicBezTo>
                  <a:pt x="1337" y="10390"/>
                  <a:pt x="2163" y="3956"/>
                  <a:pt x="4525" y="3945"/>
                </a:cubicBezTo>
                <a:cubicBezTo>
                  <a:pt x="7564" y="3568"/>
                  <a:pt x="9875" y="12930"/>
                  <a:pt x="10000" y="13363"/>
                </a:cubicBezTo>
                <a:cubicBezTo>
                  <a:pt x="9588" y="11089"/>
                  <a:pt x="7615" y="-470"/>
                  <a:pt x="4644" y="36"/>
                </a:cubicBezTo>
                <a:close/>
              </a:path>
            </a:pathLst>
          </a:custGeom>
          <a:gradFill>
            <a:gsLst>
              <a:gs pos="19000">
                <a:srgbClr val="00B050">
                  <a:alpha val="80000"/>
                </a:srgbClr>
              </a:gs>
              <a:gs pos="92000">
                <a:srgbClr val="00B050">
                  <a:alpha val="0"/>
                </a:srgbClr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74233" y="3244920"/>
            <a:ext cx="870751" cy="958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XXXX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图形 10"/>
          <p:cNvSpPr/>
          <p:nvPr/>
        </p:nvSpPr>
        <p:spPr>
          <a:xfrm>
            <a:off x="3464206" y="2376489"/>
            <a:ext cx="2520000" cy="2520000"/>
          </a:xfrm>
          <a:custGeom>
            <a:avLst/>
            <a:gdLst>
              <a:gd name="connsiteX0" fmla="*/ 4315483 w 4315483"/>
              <a:gd name="connsiteY0" fmla="*/ 2157742 h 4315482"/>
              <a:gd name="connsiteX1" fmla="*/ 2157742 w 4315483"/>
              <a:gd name="connsiteY1" fmla="*/ 4315483 h 4315482"/>
              <a:gd name="connsiteX2" fmla="*/ 0 w 4315483"/>
              <a:gd name="connsiteY2" fmla="*/ 2157742 h 4315482"/>
              <a:gd name="connsiteX3" fmla="*/ 2157742 w 4315483"/>
              <a:gd name="connsiteY3" fmla="*/ 0 h 4315482"/>
              <a:gd name="connsiteX4" fmla="*/ 4315483 w 4315483"/>
              <a:gd name="connsiteY4" fmla="*/ 2157742 h 431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483" h="4315482">
                <a:moveTo>
                  <a:pt x="4315483" y="2157742"/>
                </a:moveTo>
                <a:cubicBezTo>
                  <a:pt x="4315483" y="3349429"/>
                  <a:pt x="3349429" y="4315483"/>
                  <a:pt x="2157742" y="4315483"/>
                </a:cubicBezTo>
                <a:cubicBezTo>
                  <a:pt x="966054" y="4315483"/>
                  <a:pt x="0" y="3349429"/>
                  <a:pt x="0" y="2157742"/>
                </a:cubicBezTo>
                <a:cubicBezTo>
                  <a:pt x="0" y="966054"/>
                  <a:pt x="966054" y="0"/>
                  <a:pt x="2157742" y="0"/>
                </a:cubicBezTo>
                <a:cubicBezTo>
                  <a:pt x="3349429" y="0"/>
                  <a:pt x="4315483" y="966054"/>
                  <a:pt x="4315483" y="2157742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50000">
                <a:schemeClr val="bg1">
                  <a:alpha val="85000"/>
                </a:schemeClr>
              </a:gs>
              <a:gs pos="5000">
                <a:schemeClr val="bg1">
                  <a:alpha val="0"/>
                </a:schemeClr>
              </a:gs>
            </a:gsLst>
            <a:lin ang="5400000" scaled="0"/>
          </a:gradFill>
          <a:ln w="63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39508" y="3265930"/>
            <a:ext cx="1042272" cy="958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XXXXX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XXXX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813148" y="3033885"/>
            <a:ext cx="492443" cy="1463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构建驱动力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297434" y="3371947"/>
            <a:ext cx="2347920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XXXXXXXXXXXXXXXXXXXXXXXXXXXXX</a:t>
            </a:r>
            <a:endParaRPr kumimoji="1"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654774" y="3371947"/>
            <a:ext cx="2239792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XXXXXXXXXXXXX</a:t>
            </a:r>
            <a:endParaRPr kumimoji="1"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图形 10"/>
          <p:cNvSpPr/>
          <p:nvPr/>
        </p:nvSpPr>
        <p:spPr>
          <a:xfrm>
            <a:off x="3530669" y="1162419"/>
            <a:ext cx="5018234" cy="5018234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6858000 w 6858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6858000" y="3429000"/>
                </a:moveTo>
                <a:cubicBezTo>
                  <a:pt x="6858000" y="5322785"/>
                  <a:pt x="5322785" y="6858000"/>
                  <a:pt x="3429000" y="6858000"/>
                </a:cubicBezTo>
                <a:cubicBezTo>
                  <a:pt x="1535216" y="6858000"/>
                  <a:pt x="0" y="5322785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ubicBezTo>
                  <a:pt x="5322785" y="0"/>
                  <a:pt x="6858000" y="1535216"/>
                  <a:pt x="6858000" y="34290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9000"/>
                </a:schemeClr>
              </a:gs>
              <a:gs pos="100000">
                <a:schemeClr val="bg1">
                  <a:alpha val="9000"/>
                </a:schemeClr>
              </a:gs>
              <a:gs pos="51000">
                <a:schemeClr val="bg1">
                  <a:alpha val="56000"/>
                </a:schemeClr>
              </a:gs>
            </a:gsLst>
            <a:lin ang="5400000" scaled="1"/>
          </a:gradFill>
          <a:ln w="86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标题 33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 anchorCtr="0">
            <a:norm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微软雅黑" panose="020B0503020204020204" charset="-122"/>
              </a:rPr>
              <a:t>小标题</a:t>
            </a:r>
            <a:endParaRPr lang="zh-CN" altLang="en-US" sz="2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22960" y="1162369"/>
            <a:ext cx="10692875" cy="4472972"/>
            <a:chOff x="802590" y="1713991"/>
            <a:chExt cx="10692875" cy="4472972"/>
          </a:xfrm>
        </p:grpSpPr>
        <p:grpSp>
          <p:nvGrpSpPr>
            <p:cNvPr id="10" name="组合 9"/>
            <p:cNvGrpSpPr/>
            <p:nvPr/>
          </p:nvGrpSpPr>
          <p:grpSpPr>
            <a:xfrm>
              <a:off x="830529" y="4457050"/>
              <a:ext cx="3456000" cy="1174697"/>
              <a:chOff x="499155" y="3671592"/>
              <a:chExt cx="3456000" cy="1174697"/>
            </a:xfrm>
          </p:grpSpPr>
          <p:sp>
            <p:nvSpPr>
              <p:cNvPr id="20" name="文本框 17"/>
              <p:cNvSpPr txBox="1"/>
              <p:nvPr/>
            </p:nvSpPr>
            <p:spPr>
              <a:xfrm>
                <a:off x="499155" y="4234134"/>
                <a:ext cx="3456000" cy="61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171450" indent="-17145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XXXXXXXXXXXX</a:t>
                </a:r>
                <a:endParaRPr lang="zh-CN" altLang="en-US" sz="1200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  <a:p>
                <a:pPr marL="171450" indent="-17145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XXXXXXXXXXXXXXXXXXXXXXX</a:t>
                </a:r>
                <a:endParaRPr lang="zh-CN" altLang="en-US" sz="1200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937201" y="3671592"/>
                <a:ext cx="2852530" cy="46713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XXXXXXXXXXX </a:t>
                </a:r>
                <a:endParaRPr lang="zh-CN" altLang="en-US" b="1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802590" y="1713991"/>
              <a:ext cx="3456334" cy="1607470"/>
              <a:chOff x="1105904" y="928533"/>
              <a:chExt cx="3456334" cy="1607470"/>
            </a:xfrm>
          </p:grpSpPr>
          <p:sp>
            <p:nvSpPr>
              <p:cNvPr id="18" name="文本框 15"/>
              <p:cNvSpPr txBox="1"/>
              <p:nvPr/>
            </p:nvSpPr>
            <p:spPr>
              <a:xfrm>
                <a:off x="1105904" y="1368632"/>
                <a:ext cx="3456334" cy="1167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200" dirty="0">
                    <a:ln>
                      <a:noFill/>
                    </a:ln>
                    <a:effectLst/>
                    <a:ea typeface="微软雅黑" panose="020B0503020204020204" charset="-122"/>
                    <a:sym typeface="Arial" panose="020B0604020202020204" pitchFamily="34" charset="0"/>
                  </a:rPr>
                  <a:t>XXXXXXXXXXXXXXXXXXXXXXXXXXXXXXXXXXXXXXXXXXXXXXXXXXXXXXXXXXXXXXXXXXXXXXXXXXXXXXXXXXXXXXXXXXXXXXXXXX</a:t>
                </a:r>
                <a:r>
                  <a:rPr lang="zh-CN" altLang="zh-CN" sz="1200" dirty="0">
                    <a:ln>
                      <a:noFill/>
                    </a:ln>
                    <a:effectLst/>
                    <a:ea typeface="微软雅黑" panose="020B0503020204020204" charset="-122"/>
                    <a:sym typeface="Arial" panose="020B0604020202020204" pitchFamily="34" charset="0"/>
                  </a:rPr>
                  <a:t>。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effectLst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571889" y="928533"/>
                <a:ext cx="2852530" cy="46713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XXXXXXXXXXXXXXX  </a:t>
                </a:r>
                <a:endParaRPr lang="zh-CN" altLang="en-US" b="1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8039130" y="4457050"/>
              <a:ext cx="3456000" cy="1729913"/>
              <a:chOff x="7707756" y="2453564"/>
              <a:chExt cx="3456000" cy="1729913"/>
            </a:xfrm>
          </p:grpSpPr>
          <p:sp>
            <p:nvSpPr>
              <p:cNvPr id="16" name="文本框 13"/>
              <p:cNvSpPr txBox="1"/>
              <p:nvPr/>
            </p:nvSpPr>
            <p:spPr>
              <a:xfrm>
                <a:off x="7707756" y="3016106"/>
                <a:ext cx="3456000" cy="1167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200" dirty="0">
                    <a:ln>
                      <a:noFill/>
                    </a:ln>
                    <a:effectLst/>
                    <a:ea typeface="微软雅黑" panose="020B0503020204020204" charset="-122"/>
                    <a:sym typeface="Arial" panose="020B0604020202020204" pitchFamily="34" charset="0"/>
                  </a:rPr>
                  <a:t>XXXXXXXXXXXXXXXXXXXXXXXXXXXXXXXXXXXXXXXXXXXXXXXXXXXXXXXXXXXXXXXXXXXXXXXXXXXXXXXXXXXXXXXXXXXXXXXXXX</a:t>
                </a:r>
                <a:r>
                  <a:rPr lang="zh-CN" altLang="zh-CN" sz="1200" dirty="0">
                    <a:ln>
                      <a:noFill/>
                    </a:ln>
                    <a:effectLst/>
                    <a:ea typeface="微软雅黑" panose="020B0503020204020204" charset="-122"/>
                    <a:sym typeface="Arial" panose="020B0604020202020204" pitchFamily="34" charset="0"/>
                  </a:rPr>
                  <a:t>。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effectLst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7993973" y="2453564"/>
                <a:ext cx="2429833" cy="46713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 </a:t>
                </a:r>
                <a:endParaRPr lang="zh-CN" altLang="en-US" b="1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8039131" y="1872106"/>
              <a:ext cx="3456334" cy="1068129"/>
              <a:chOff x="8342445" y="-131380"/>
              <a:chExt cx="3456334" cy="1068129"/>
            </a:xfrm>
          </p:grpSpPr>
          <p:sp>
            <p:nvSpPr>
              <p:cNvPr id="14" name="文本框 11"/>
              <p:cNvSpPr txBox="1"/>
              <p:nvPr/>
            </p:nvSpPr>
            <p:spPr>
              <a:xfrm>
                <a:off x="8342445" y="324594"/>
                <a:ext cx="3456334" cy="61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171450" indent="-17145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XXXXXXXXXXXX</a:t>
                </a:r>
                <a:endParaRPr lang="zh-CN" altLang="en-US" sz="1200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  <a:p>
                <a:pPr marL="171450" indent="-17145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XXXXXXXXXXXXXXXXXXXXXXX</a:t>
                </a:r>
                <a:endParaRPr lang="zh-CN" altLang="en-US" sz="1200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8628661" y="-131380"/>
                <a:ext cx="2429833" cy="46713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57594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5189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72847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304415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88036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3456305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403225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4608830" algn="l" defTabSz="115189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kern="0" dirty="0">
                    <a:ea typeface="微软雅黑" panose="020B0503020204020204" charset="-122"/>
                    <a:cs typeface="+mn-ea"/>
                    <a:sym typeface="Arial" panose="020B0604020202020204" pitchFamily="34" charset="0"/>
                  </a:rPr>
                  <a:t>XXXXXXXXXX </a:t>
                </a:r>
                <a:endParaRPr lang="zh-CN" altLang="en-US" b="1" kern="0" dirty="0"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898689" y="1298327"/>
            <a:ext cx="322009" cy="468831"/>
            <a:chOff x="1065430" y="1495983"/>
            <a:chExt cx="322009" cy="468831"/>
          </a:xfrm>
        </p:grpSpPr>
        <p:sp>
          <p:nvSpPr>
            <p:cNvPr id="3" name="流程图: 磁盘 2"/>
            <p:cNvSpPr/>
            <p:nvPr/>
          </p:nvSpPr>
          <p:spPr>
            <a:xfrm>
              <a:off x="1065430" y="1495983"/>
              <a:ext cx="310921" cy="468831"/>
            </a:xfrm>
            <a:prstGeom prst="flowChartMagneticDisk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20000">
                  <a:srgbClr val="5DA4D7">
                    <a:alpha val="0"/>
                  </a:srgbClr>
                </a:gs>
              </a:gsLst>
              <a:lin ang="162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1076518" y="1660101"/>
              <a:ext cx="310921" cy="288438"/>
            </a:xfrm>
            <a:prstGeom prst="rect">
              <a:avLst/>
            </a:prstGeom>
            <a:noFill/>
          </p:spPr>
          <p:txBody>
            <a:bodyPr wrap="square" rtlCol="0">
              <a:normAutofit fontScale="90000" lnSpcReduction="20000"/>
            </a:bodyPr>
            <a:lstStyle/>
            <a:p>
              <a:pPr algn="ctr"/>
              <a:r>
                <a:rPr lang="en-US" altLang="zh-CN" sz="1695" b="1" i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949776" y="1298327"/>
            <a:ext cx="322009" cy="468831"/>
            <a:chOff x="1065430" y="2413424"/>
            <a:chExt cx="322009" cy="468831"/>
          </a:xfrm>
        </p:grpSpPr>
        <p:sp>
          <p:nvSpPr>
            <p:cNvPr id="28" name="流程图: 磁盘 27"/>
            <p:cNvSpPr/>
            <p:nvPr/>
          </p:nvSpPr>
          <p:spPr>
            <a:xfrm>
              <a:off x="1065430" y="2413424"/>
              <a:ext cx="310921" cy="468831"/>
            </a:xfrm>
            <a:prstGeom prst="flowChartMagneticDisk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20000">
                  <a:srgbClr val="5DA4D7">
                    <a:alpha val="0"/>
                  </a:srgbClr>
                </a:gs>
              </a:gsLst>
              <a:lin ang="162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3"/>
              </p:custDataLst>
            </p:nvPr>
          </p:nvSpPr>
          <p:spPr>
            <a:xfrm>
              <a:off x="1076518" y="2577542"/>
              <a:ext cx="310921" cy="288438"/>
            </a:xfrm>
            <a:prstGeom prst="rect">
              <a:avLst/>
            </a:prstGeom>
            <a:noFill/>
          </p:spPr>
          <p:txBody>
            <a:bodyPr wrap="square" rtlCol="0">
              <a:normAutofit fontScale="90000" lnSpcReduction="20000"/>
            </a:bodyPr>
            <a:lstStyle/>
            <a:p>
              <a:pPr algn="ctr"/>
              <a:r>
                <a:rPr lang="en-US" altLang="zh-CN" sz="1695" b="1" i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99535" y="2131285"/>
            <a:ext cx="3080502" cy="3080502"/>
            <a:chOff x="-4427020" y="587728"/>
            <a:chExt cx="3080502" cy="3080502"/>
          </a:xfrm>
        </p:grpSpPr>
        <p:sp>
          <p:nvSpPr>
            <p:cNvPr id="32" name="图形 22"/>
            <p:cNvSpPr/>
            <p:nvPr/>
          </p:nvSpPr>
          <p:spPr>
            <a:xfrm>
              <a:off x="-4085287" y="929461"/>
              <a:ext cx="2397036" cy="2397036"/>
            </a:xfrm>
            <a:custGeom>
              <a:avLst/>
              <a:gdLst>
                <a:gd name="connsiteX0" fmla="*/ 3408502 w 3408502"/>
                <a:gd name="connsiteY0" fmla="*/ 1704251 h 3408502"/>
                <a:gd name="connsiteX1" fmla="*/ 1704251 w 3408502"/>
                <a:gd name="connsiteY1" fmla="*/ 3408502 h 3408502"/>
                <a:gd name="connsiteX2" fmla="*/ 0 w 3408502"/>
                <a:gd name="connsiteY2" fmla="*/ 1704251 h 3408502"/>
                <a:gd name="connsiteX3" fmla="*/ 1704251 w 3408502"/>
                <a:gd name="connsiteY3" fmla="*/ 0 h 3408502"/>
                <a:gd name="connsiteX4" fmla="*/ 3408502 w 3408502"/>
                <a:gd name="connsiteY4" fmla="*/ 1704251 h 340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8502" h="3408502">
                  <a:moveTo>
                    <a:pt x="3408502" y="1704251"/>
                  </a:moveTo>
                  <a:cubicBezTo>
                    <a:pt x="3408502" y="2645483"/>
                    <a:pt x="2645483" y="3408502"/>
                    <a:pt x="1704251" y="3408502"/>
                  </a:cubicBezTo>
                  <a:cubicBezTo>
                    <a:pt x="763019" y="3408502"/>
                    <a:pt x="0" y="2645483"/>
                    <a:pt x="0" y="1704251"/>
                  </a:cubicBezTo>
                  <a:cubicBezTo>
                    <a:pt x="0" y="763019"/>
                    <a:pt x="763019" y="0"/>
                    <a:pt x="1704251" y="0"/>
                  </a:cubicBezTo>
                  <a:cubicBezTo>
                    <a:pt x="2645483" y="0"/>
                    <a:pt x="3408502" y="763019"/>
                    <a:pt x="3408502" y="1704251"/>
                  </a:cubicBezTo>
                  <a:close/>
                </a:path>
              </a:pathLst>
            </a:custGeom>
            <a:gradFill>
              <a:gsLst>
                <a:gs pos="0">
                  <a:srgbClr val="00E577">
                    <a:alpha val="24000"/>
                  </a:srgbClr>
                </a:gs>
                <a:gs pos="100000">
                  <a:srgbClr val="00E577">
                    <a:alpha val="0"/>
                  </a:srgb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图形 13"/>
            <p:cNvSpPr/>
            <p:nvPr/>
          </p:nvSpPr>
          <p:spPr>
            <a:xfrm>
              <a:off x="-4427020" y="587728"/>
              <a:ext cx="3080502" cy="3080502"/>
            </a:xfrm>
            <a:custGeom>
              <a:avLst/>
              <a:gdLst>
                <a:gd name="connsiteX0" fmla="*/ 3080502 w 3080502"/>
                <a:gd name="connsiteY0" fmla="*/ 1540251 h 3080502"/>
                <a:gd name="connsiteX1" fmla="*/ 1540251 w 3080502"/>
                <a:gd name="connsiteY1" fmla="*/ 3080502 h 3080502"/>
                <a:gd name="connsiteX2" fmla="*/ 0 w 3080502"/>
                <a:gd name="connsiteY2" fmla="*/ 1540251 h 3080502"/>
                <a:gd name="connsiteX3" fmla="*/ 1540251 w 3080502"/>
                <a:gd name="connsiteY3" fmla="*/ 0 h 3080502"/>
                <a:gd name="connsiteX4" fmla="*/ 3080502 w 3080502"/>
                <a:gd name="connsiteY4" fmla="*/ 1540251 h 308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0502" h="3080502">
                  <a:moveTo>
                    <a:pt x="3080502" y="1540251"/>
                  </a:moveTo>
                  <a:cubicBezTo>
                    <a:pt x="3080502" y="2390908"/>
                    <a:pt x="2390908" y="3080502"/>
                    <a:pt x="1540251" y="3080502"/>
                  </a:cubicBezTo>
                  <a:cubicBezTo>
                    <a:pt x="689594" y="3080502"/>
                    <a:pt x="0" y="2390908"/>
                    <a:pt x="0" y="1540251"/>
                  </a:cubicBezTo>
                  <a:cubicBezTo>
                    <a:pt x="0" y="689594"/>
                    <a:pt x="689594" y="0"/>
                    <a:pt x="1540251" y="0"/>
                  </a:cubicBezTo>
                  <a:cubicBezTo>
                    <a:pt x="2390908" y="0"/>
                    <a:pt x="3080502" y="689594"/>
                    <a:pt x="3080502" y="1540251"/>
                  </a:cubicBezTo>
                  <a:close/>
                </a:path>
              </a:pathLst>
            </a:custGeom>
            <a:noFill/>
            <a:ln w="302116" cap="flat">
              <a:gradFill>
                <a:gsLst>
                  <a:gs pos="0">
                    <a:srgbClr val="00B050">
                      <a:alpha val="91000"/>
                    </a:srgbClr>
                  </a:gs>
                  <a:gs pos="75000">
                    <a:srgbClr val="00E577">
                      <a:alpha val="0"/>
                    </a:srgb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5" name="图形 6"/>
            <p:cNvSpPr/>
            <p:nvPr/>
          </p:nvSpPr>
          <p:spPr>
            <a:xfrm>
              <a:off x="-3981395" y="1034117"/>
              <a:ext cx="2189252" cy="2187725"/>
            </a:xfrm>
            <a:custGeom>
              <a:avLst/>
              <a:gdLst>
                <a:gd name="connsiteX0" fmla="*/ 2950998 w 2950997"/>
                <a:gd name="connsiteY0" fmla="*/ 1475499 h 2950997"/>
                <a:gd name="connsiteX1" fmla="*/ 1475499 w 2950997"/>
                <a:gd name="connsiteY1" fmla="*/ 2950997 h 2950997"/>
                <a:gd name="connsiteX2" fmla="*/ 0 w 2950997"/>
                <a:gd name="connsiteY2" fmla="*/ 1475499 h 2950997"/>
                <a:gd name="connsiteX3" fmla="*/ 1475499 w 2950997"/>
                <a:gd name="connsiteY3" fmla="*/ 0 h 2950997"/>
                <a:gd name="connsiteX4" fmla="*/ 2950998 w 2950997"/>
                <a:gd name="connsiteY4" fmla="*/ 1475499 h 295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0997" h="2950997">
                  <a:moveTo>
                    <a:pt x="2950998" y="1475499"/>
                  </a:moveTo>
                  <a:cubicBezTo>
                    <a:pt x="2950998" y="2290394"/>
                    <a:pt x="2290394" y="2950997"/>
                    <a:pt x="1475499" y="2950997"/>
                  </a:cubicBezTo>
                  <a:cubicBezTo>
                    <a:pt x="660603" y="2950997"/>
                    <a:pt x="0" y="2290394"/>
                    <a:pt x="0" y="1475499"/>
                  </a:cubicBezTo>
                  <a:cubicBezTo>
                    <a:pt x="0" y="660603"/>
                    <a:pt x="660603" y="0"/>
                    <a:pt x="1475499" y="0"/>
                  </a:cubicBezTo>
                  <a:cubicBezTo>
                    <a:pt x="2290394" y="0"/>
                    <a:pt x="2950998" y="660603"/>
                    <a:pt x="2950998" y="1475499"/>
                  </a:cubicBezTo>
                  <a:close/>
                </a:path>
              </a:pathLst>
            </a:custGeom>
            <a:gradFill>
              <a:gsLst>
                <a:gs pos="49500">
                  <a:srgbClr val="FFFFFF">
                    <a:alpha val="46000"/>
                  </a:srgbClr>
                </a:gs>
                <a:gs pos="100000">
                  <a:schemeClr val="bg1">
                    <a:alpha val="78000"/>
                  </a:schemeClr>
                </a:gs>
                <a:gs pos="0">
                  <a:schemeClr val="bg1">
                    <a:alpha val="53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图形 6"/>
            <p:cNvSpPr/>
            <p:nvPr/>
          </p:nvSpPr>
          <p:spPr>
            <a:xfrm>
              <a:off x="-3860896" y="1154532"/>
              <a:ext cx="1948254" cy="1946895"/>
            </a:xfrm>
            <a:custGeom>
              <a:avLst/>
              <a:gdLst>
                <a:gd name="connsiteX0" fmla="*/ 2950998 w 2950997"/>
                <a:gd name="connsiteY0" fmla="*/ 1475499 h 2950997"/>
                <a:gd name="connsiteX1" fmla="*/ 1475499 w 2950997"/>
                <a:gd name="connsiteY1" fmla="*/ 2950997 h 2950997"/>
                <a:gd name="connsiteX2" fmla="*/ 0 w 2950997"/>
                <a:gd name="connsiteY2" fmla="*/ 1475499 h 2950997"/>
                <a:gd name="connsiteX3" fmla="*/ 1475499 w 2950997"/>
                <a:gd name="connsiteY3" fmla="*/ 0 h 2950997"/>
                <a:gd name="connsiteX4" fmla="*/ 2950998 w 2950997"/>
                <a:gd name="connsiteY4" fmla="*/ 1475499 h 295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0997" h="2950997">
                  <a:moveTo>
                    <a:pt x="2950998" y="1475499"/>
                  </a:moveTo>
                  <a:cubicBezTo>
                    <a:pt x="2950998" y="2290394"/>
                    <a:pt x="2290394" y="2950997"/>
                    <a:pt x="1475499" y="2950997"/>
                  </a:cubicBezTo>
                  <a:cubicBezTo>
                    <a:pt x="660603" y="2950997"/>
                    <a:pt x="0" y="2290394"/>
                    <a:pt x="0" y="1475499"/>
                  </a:cubicBezTo>
                  <a:cubicBezTo>
                    <a:pt x="0" y="660603"/>
                    <a:pt x="660603" y="0"/>
                    <a:pt x="1475499" y="0"/>
                  </a:cubicBezTo>
                  <a:cubicBezTo>
                    <a:pt x="2290394" y="0"/>
                    <a:pt x="2950998" y="660603"/>
                    <a:pt x="2950998" y="1475499"/>
                  </a:cubicBezTo>
                  <a:close/>
                </a:path>
              </a:pathLst>
            </a:custGeom>
            <a:gradFill>
              <a:gsLst>
                <a:gs pos="30000">
                  <a:srgbClr val="00B050"/>
                </a:gs>
                <a:gs pos="100000">
                  <a:srgbClr val="0070C0">
                    <a:alpha val="27000"/>
                  </a:srgb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  <a:effectLst>
              <a:outerShdw blurRad="101600" dist="101600" dir="5400000" algn="ctr" rotWithShape="0">
                <a:srgbClr val="596AAB">
                  <a:alpha val="2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804263" y="2666818"/>
            <a:ext cx="2583473" cy="1978166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5517078" y="3201463"/>
            <a:ext cx="1107997" cy="838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高质量</a:t>
            </a:r>
            <a:endParaRPr lang="en-US" altLang="zh-CN" sz="24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增长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949776" y="3987725"/>
            <a:ext cx="322009" cy="468831"/>
            <a:chOff x="1065430" y="4248306"/>
            <a:chExt cx="322009" cy="468831"/>
          </a:xfrm>
        </p:grpSpPr>
        <p:sp>
          <p:nvSpPr>
            <p:cNvPr id="40" name="流程图: 磁盘 39"/>
            <p:cNvSpPr/>
            <p:nvPr/>
          </p:nvSpPr>
          <p:spPr>
            <a:xfrm>
              <a:off x="1065430" y="4248306"/>
              <a:ext cx="310921" cy="468831"/>
            </a:xfrm>
            <a:prstGeom prst="flowChartMagneticDisk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20000">
                  <a:srgbClr val="5DA4D7">
                    <a:alpha val="0"/>
                  </a:srgbClr>
                </a:gs>
              </a:gsLst>
              <a:lin ang="162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1076518" y="4412424"/>
              <a:ext cx="310921" cy="288438"/>
            </a:xfrm>
            <a:prstGeom prst="rect">
              <a:avLst/>
            </a:prstGeom>
            <a:noFill/>
          </p:spPr>
          <p:txBody>
            <a:bodyPr wrap="square" rtlCol="0">
              <a:normAutofit fontScale="90000" lnSpcReduction="20000"/>
            </a:bodyPr>
            <a:lstStyle/>
            <a:p>
              <a:pPr algn="ctr"/>
              <a:r>
                <a:rPr lang="en-US" altLang="zh-CN" sz="1695" b="1" i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98689" y="3987725"/>
            <a:ext cx="322009" cy="468831"/>
            <a:chOff x="1065430" y="3330865"/>
            <a:chExt cx="322009" cy="468831"/>
          </a:xfrm>
        </p:grpSpPr>
        <p:sp>
          <p:nvSpPr>
            <p:cNvPr id="43" name="流程图: 磁盘 42"/>
            <p:cNvSpPr/>
            <p:nvPr/>
          </p:nvSpPr>
          <p:spPr>
            <a:xfrm>
              <a:off x="1065430" y="3330865"/>
              <a:ext cx="310921" cy="468831"/>
            </a:xfrm>
            <a:prstGeom prst="flowChartMagneticDisk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20000">
                  <a:srgbClr val="5DA4D7">
                    <a:alpha val="0"/>
                  </a:srgbClr>
                </a:gs>
              </a:gsLst>
              <a:lin ang="162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"/>
              </p:custDataLst>
            </p:nvPr>
          </p:nvSpPr>
          <p:spPr>
            <a:xfrm>
              <a:off x="1076518" y="3494983"/>
              <a:ext cx="310921" cy="288438"/>
            </a:xfrm>
            <a:prstGeom prst="rect">
              <a:avLst/>
            </a:prstGeom>
            <a:noFill/>
          </p:spPr>
          <p:txBody>
            <a:bodyPr wrap="square" rtlCol="0">
              <a:normAutofit fontScale="92500" lnSpcReduction="20000"/>
            </a:bodyPr>
            <a:lstStyle/>
            <a:p>
              <a:pPr algn="ctr"/>
              <a:r>
                <a:rPr lang="en-US" altLang="zh-CN" sz="1695" b="1" i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3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 anchorCtr="0">
            <a:norm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  <a:ea typeface="微软雅黑" panose="020B0503020204020204" charset="-122"/>
              </a:rPr>
              <a:t>小标题</a:t>
            </a:r>
            <a:endParaRPr lang="zh-CN" altLang="en-US" sz="2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044065" y="2640310"/>
            <a:ext cx="8159750" cy="1459568"/>
          </a:xfrm>
          <a:prstGeom prst="roundRect">
            <a:avLst>
              <a:gd name="adj" fmla="val 0"/>
            </a:avLst>
          </a:prstGeom>
          <a:solidFill>
            <a:schemeClr val="bg1">
              <a:alpha val="90000"/>
            </a:schemeClr>
          </a:solidFill>
          <a:ln w="6350"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45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21305" y="2914574"/>
            <a:ext cx="7165340" cy="911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8000" tIns="108000" rIns="108000" bIns="108000" numCol="1" spcCol="0" rtlCol="0" fromWordArt="0" anchor="b" anchorCtr="0" forceAA="0" compatLnSpc="1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just">
              <a:lnSpc>
                <a:spcPct val="150000"/>
              </a:lnSpc>
              <a:buClrTx/>
              <a:buSzTx/>
              <a:buFontTx/>
              <a:tabLst>
                <a:tab pos="2178685" algn="l"/>
                <a:tab pos="3371215" algn="l"/>
                <a:tab pos="4556125" algn="l"/>
              </a:tabLst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XXXXXXXXXXXXXXXXXXXXXXXXXXXXXXX</a:t>
            </a:r>
          </a:p>
          <a:p>
            <a:pPr lvl="0" algn="just">
              <a:lnSpc>
                <a:spcPct val="150000"/>
              </a:lnSpc>
              <a:buClrTx/>
              <a:buSzTx/>
              <a:buFontTx/>
              <a:tabLst>
                <a:tab pos="2178685" algn="l"/>
                <a:tab pos="3371215" algn="l"/>
                <a:tab pos="4556125" algn="l"/>
              </a:tabLst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XXXXXXXXXXXXXXXXXXXXXXXXXXXXXXXXXXXX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21865" y="3135509"/>
            <a:ext cx="321945" cy="468535"/>
            <a:chOff x="3343408" y="2598605"/>
            <a:chExt cx="322009" cy="468831"/>
          </a:xfrm>
        </p:grpSpPr>
        <p:sp>
          <p:nvSpPr>
            <p:cNvPr id="9" name="流程图: 磁盘 8"/>
            <p:cNvSpPr/>
            <p:nvPr/>
          </p:nvSpPr>
          <p:spPr>
            <a:xfrm>
              <a:off x="3343408" y="2598605"/>
              <a:ext cx="310921" cy="468831"/>
            </a:xfrm>
            <a:prstGeom prst="flowChartMagneticDisk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20000">
                  <a:srgbClr val="5DA4D7">
                    <a:alpha val="0"/>
                  </a:srgbClr>
                </a:gs>
              </a:gsLst>
              <a:lin ang="162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3354496" y="2762723"/>
              <a:ext cx="310921" cy="288438"/>
            </a:xfrm>
            <a:prstGeom prst="rect">
              <a:avLst/>
            </a:prstGeom>
            <a:noFill/>
          </p:spPr>
          <p:txBody>
            <a:bodyPr wrap="square" rtlCol="0">
              <a:normAutofit fontScale="90000" lnSpcReduction="20000"/>
            </a:bodyPr>
            <a:lstStyle/>
            <a:p>
              <a:pPr algn="ctr"/>
              <a:r>
                <a:rPr lang="en-US" altLang="zh-CN" sz="1695" b="1" i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2044065" y="1426845"/>
            <a:ext cx="8159750" cy="990600"/>
          </a:xfrm>
          <a:prstGeom prst="roundRect">
            <a:avLst>
              <a:gd name="adj" fmla="val 0"/>
            </a:avLst>
          </a:prstGeom>
          <a:solidFill>
            <a:schemeClr val="bg1">
              <a:alpha val="90000"/>
            </a:schemeClr>
          </a:solidFill>
          <a:ln w="6350"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45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1305" y="1650365"/>
            <a:ext cx="7032625" cy="543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just">
              <a:lnSpc>
                <a:spcPct val="150000"/>
              </a:lnSpc>
              <a:tabLst>
                <a:tab pos="2178685" algn="l"/>
                <a:tab pos="3371215" algn="l"/>
                <a:tab pos="4556125" algn="l"/>
              </a:tabLst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XXXXXXXXXXXXXXXXXXXXXXXXXXXXXXX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221865" y="1687830"/>
            <a:ext cx="321945" cy="468630"/>
            <a:chOff x="3343408" y="1681164"/>
            <a:chExt cx="322009" cy="468831"/>
          </a:xfrm>
        </p:grpSpPr>
        <p:sp>
          <p:nvSpPr>
            <p:cNvPr id="12" name="流程图: 磁盘 11"/>
            <p:cNvSpPr/>
            <p:nvPr/>
          </p:nvSpPr>
          <p:spPr>
            <a:xfrm>
              <a:off x="3343408" y="1681164"/>
              <a:ext cx="310921" cy="468831"/>
            </a:xfrm>
            <a:prstGeom prst="flowChartMagneticDisk">
              <a:avLst/>
            </a:pr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20000">
                  <a:srgbClr val="5DA4D7">
                    <a:alpha val="0"/>
                  </a:srgbClr>
                </a:gs>
              </a:gsLst>
              <a:lin ang="162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3354496" y="1845282"/>
              <a:ext cx="310921" cy="288438"/>
            </a:xfrm>
            <a:prstGeom prst="rect">
              <a:avLst/>
            </a:prstGeom>
            <a:noFill/>
          </p:spPr>
          <p:txBody>
            <a:bodyPr wrap="square" rtlCol="0">
              <a:normAutofit fontScale="90000" lnSpcReduction="20000"/>
            </a:bodyPr>
            <a:lstStyle/>
            <a:p>
              <a:pPr algn="ctr"/>
              <a:r>
                <a:rPr lang="en-US" altLang="zh-CN" sz="1695" b="1" i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044065" y="4294188"/>
            <a:ext cx="8159750" cy="770890"/>
            <a:chOff x="3245" y="6724"/>
            <a:chExt cx="12850" cy="1214"/>
          </a:xfrm>
        </p:grpSpPr>
        <p:sp>
          <p:nvSpPr>
            <p:cNvPr id="30" name="矩形: 圆角 29"/>
            <p:cNvSpPr/>
            <p:nvPr/>
          </p:nvSpPr>
          <p:spPr>
            <a:xfrm>
              <a:off x="3245" y="6724"/>
              <a:ext cx="12850" cy="1214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0000"/>
              </a:schemeClr>
            </a:solidFill>
            <a:ln w="6350">
              <a:noFill/>
            </a:ln>
            <a:effectLst>
              <a:outerShdw blurRad="381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469" y="6881"/>
              <a:ext cx="11284" cy="8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08000" tIns="108000" rIns="108000" bIns="108000" numCol="1" spcCol="0" rtlCol="0" fromWordArt="0" anchor="b" anchorCtr="0" forceAA="0" compatLnSpc="1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just">
                <a:lnSpc>
                  <a:spcPct val="150000"/>
                </a:lnSpc>
                <a:buClrTx/>
                <a:buSzTx/>
                <a:buFontTx/>
                <a:tabLst>
                  <a:tab pos="2178685" algn="l"/>
                  <a:tab pos="3371215" algn="l"/>
                  <a:tab pos="4556125" algn="l"/>
                </a:tabLst>
              </a:pPr>
              <a:r>
                <a: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XXXXXXXXXXXXXXXXXXXXXXX</a:t>
              </a:r>
              <a:endPara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3525" y="6962"/>
              <a:ext cx="507" cy="738"/>
              <a:chOff x="3343408" y="3516046"/>
              <a:chExt cx="322009" cy="468831"/>
            </a:xfrm>
          </p:grpSpPr>
          <p:sp>
            <p:nvSpPr>
              <p:cNvPr id="33" name="流程图: 磁盘 32"/>
              <p:cNvSpPr/>
              <p:nvPr/>
            </p:nvSpPr>
            <p:spPr>
              <a:xfrm>
                <a:off x="3343408" y="3516046"/>
                <a:ext cx="310921" cy="468831"/>
              </a:xfrm>
              <a:prstGeom prst="flowChartMagneticDisk">
                <a:avLst/>
              </a:prstGeom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20000">
                    <a:srgbClr val="5DA4D7">
                      <a:alpha val="0"/>
                    </a:srgbClr>
                  </a:gs>
                </a:gsLst>
                <a:lin ang="16200000" scaled="1"/>
              </a:gradFill>
              <a:ln w="222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45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354496" y="3680164"/>
                <a:ext cx="310921" cy="288438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0000" lnSpcReduction="20000"/>
              </a:bodyPr>
              <a:lstStyle/>
              <a:p>
                <a:pPr algn="ctr"/>
                <a:r>
                  <a:rPr lang="en-US" altLang="zh-CN" sz="1695" b="1" i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Arial" panose="020B0604020202020204" pitchFamily="34" charset="0"/>
                  </a:rPr>
                  <a:t>3</a:t>
                </a: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2044065" y="5258753"/>
            <a:ext cx="8159750" cy="774065"/>
            <a:chOff x="3245" y="8673"/>
            <a:chExt cx="12850" cy="1219"/>
          </a:xfrm>
        </p:grpSpPr>
        <p:sp>
          <p:nvSpPr>
            <p:cNvPr id="24" name="矩形: 圆角 23"/>
            <p:cNvSpPr/>
            <p:nvPr/>
          </p:nvSpPr>
          <p:spPr>
            <a:xfrm>
              <a:off x="3245" y="8673"/>
              <a:ext cx="12850" cy="1219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0000"/>
              </a:schemeClr>
            </a:solidFill>
            <a:ln w="6350">
              <a:noFill/>
            </a:ln>
            <a:effectLst>
              <a:outerShdw blurRad="381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4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3525" y="8913"/>
              <a:ext cx="507" cy="738"/>
              <a:chOff x="3343408" y="4433487"/>
              <a:chExt cx="322009" cy="468831"/>
            </a:xfrm>
          </p:grpSpPr>
          <p:sp>
            <p:nvSpPr>
              <p:cNvPr id="27" name="流程图: 磁盘 26"/>
              <p:cNvSpPr/>
              <p:nvPr/>
            </p:nvSpPr>
            <p:spPr>
              <a:xfrm>
                <a:off x="3343408" y="4433487"/>
                <a:ext cx="310921" cy="468831"/>
              </a:xfrm>
              <a:prstGeom prst="flowChartMagneticDisk">
                <a:avLst/>
              </a:prstGeom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20000">
                    <a:srgbClr val="5DA4D7">
                      <a:alpha val="0"/>
                    </a:srgbClr>
                  </a:gs>
                </a:gsLst>
                <a:lin ang="16200000" scaled="1"/>
              </a:gradFill>
              <a:ln w="222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45" dirty="0">
                  <a:solidFill>
                    <a:srgbClr val="00B05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3354496" y="4597605"/>
                <a:ext cx="310921" cy="288438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0000" lnSpcReduction="20000"/>
              </a:bodyPr>
              <a:lstStyle/>
              <a:p>
                <a:pPr algn="ctr"/>
                <a:r>
                  <a:rPr lang="en-US" altLang="zh-CN" sz="1695" b="1" i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4469" y="8848"/>
              <a:ext cx="11223" cy="8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108000" tIns="108000" rIns="108000" bIns="108000" numCol="1" spcCol="0" rtlCol="0" fromWordArt="0" anchor="b" anchorCtr="0" forceAA="0" compatLnSpc="1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lvl="0" algn="just">
                <a:lnSpc>
                  <a:spcPct val="150000"/>
                </a:lnSpc>
                <a:buClrTx/>
                <a:buSzTx/>
                <a:buFontTx/>
                <a:tabLst>
                  <a:tab pos="2178685" algn="l"/>
                  <a:tab pos="3371215" algn="l"/>
                  <a:tab pos="4556125" algn="l"/>
                </a:tabLst>
              </a:pPr>
              <a:r>
                <a:rPr lang="en-US" altLang="zh-CN" sz="16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XXXXXXXXXXXXXXXXXXXXXXXXXXXX</a:t>
              </a:r>
              <a:endPara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 16"/>
          <p:cNvSpPr/>
          <p:nvPr/>
        </p:nvSpPr>
        <p:spPr>
          <a:xfrm>
            <a:off x="3880554" y="1747065"/>
            <a:ext cx="4546463" cy="3966743"/>
          </a:xfrm>
          <a:custGeom>
            <a:avLst/>
            <a:gdLst>
              <a:gd name="connsiteX0" fmla="*/ 1346635 w 1826816"/>
              <a:gd name="connsiteY0" fmla="*/ -371 h 1593879"/>
              <a:gd name="connsiteX1" fmla="*/ 478687 w 1826816"/>
              <a:gd name="connsiteY1" fmla="*/ -371 h 1593879"/>
              <a:gd name="connsiteX2" fmla="*/ 439293 w 1826816"/>
              <a:gd name="connsiteY2" fmla="*/ 22364 h 1593879"/>
              <a:gd name="connsiteX3" fmla="*/ 5334 w 1826816"/>
              <a:gd name="connsiteY3" fmla="*/ 773829 h 1593879"/>
              <a:gd name="connsiteX4" fmla="*/ 5334 w 1826816"/>
              <a:gd name="connsiteY4" fmla="*/ 819309 h 1593879"/>
              <a:gd name="connsiteX5" fmla="*/ 439293 w 1826816"/>
              <a:gd name="connsiteY5" fmla="*/ 1570774 h 1593879"/>
              <a:gd name="connsiteX6" fmla="*/ 478687 w 1826816"/>
              <a:gd name="connsiteY6" fmla="*/ 1593509 h 1593879"/>
              <a:gd name="connsiteX7" fmla="*/ 1346635 w 1826816"/>
              <a:gd name="connsiteY7" fmla="*/ 1593509 h 1593879"/>
              <a:gd name="connsiteX8" fmla="*/ 1386000 w 1826816"/>
              <a:gd name="connsiteY8" fmla="*/ 1570774 h 1593879"/>
              <a:gd name="connsiteX9" fmla="*/ 1819942 w 1826816"/>
              <a:gd name="connsiteY9" fmla="*/ 819309 h 1593879"/>
              <a:gd name="connsiteX10" fmla="*/ 1819942 w 1826816"/>
              <a:gd name="connsiteY10" fmla="*/ 773829 h 1593879"/>
              <a:gd name="connsiteX11" fmla="*/ 1386000 w 1826816"/>
              <a:gd name="connsiteY11" fmla="*/ 22364 h 1593879"/>
              <a:gd name="connsiteX12" fmla="*/ 1346635 w 1826816"/>
              <a:gd name="connsiteY12" fmla="*/ -371 h 1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6816" h="1593879">
                <a:moveTo>
                  <a:pt x="1346635" y="-371"/>
                </a:moveTo>
                <a:lnTo>
                  <a:pt x="478687" y="-371"/>
                </a:lnTo>
                <a:cubicBezTo>
                  <a:pt x="462438" y="-372"/>
                  <a:pt x="447422" y="8294"/>
                  <a:pt x="439293" y="22364"/>
                </a:cubicBezTo>
                <a:lnTo>
                  <a:pt x="5334" y="773829"/>
                </a:lnTo>
                <a:cubicBezTo>
                  <a:pt x="-2794" y="787900"/>
                  <a:pt x="-2794" y="805239"/>
                  <a:pt x="5334" y="819309"/>
                </a:cubicBezTo>
                <a:lnTo>
                  <a:pt x="439293" y="1570774"/>
                </a:lnTo>
                <a:cubicBezTo>
                  <a:pt x="447422" y="1584844"/>
                  <a:pt x="462438" y="1593510"/>
                  <a:pt x="478687" y="1593509"/>
                </a:cubicBezTo>
                <a:lnTo>
                  <a:pt x="1346635" y="1593509"/>
                </a:lnTo>
                <a:cubicBezTo>
                  <a:pt x="1362874" y="1593502"/>
                  <a:pt x="1377878" y="1584837"/>
                  <a:pt x="1386000" y="1570774"/>
                </a:cubicBezTo>
                <a:lnTo>
                  <a:pt x="1819942" y="819309"/>
                </a:lnTo>
                <a:cubicBezTo>
                  <a:pt x="1828093" y="805245"/>
                  <a:pt x="1828093" y="787893"/>
                  <a:pt x="1819942" y="773829"/>
                </a:cubicBezTo>
                <a:lnTo>
                  <a:pt x="1386000" y="22364"/>
                </a:lnTo>
                <a:cubicBezTo>
                  <a:pt x="1377878" y="8301"/>
                  <a:pt x="1362875" y="-364"/>
                  <a:pt x="1346635" y="-371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5200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图形 79"/>
          <p:cNvSpPr/>
          <p:nvPr>
            <p:custDataLst>
              <p:tags r:id="rId1"/>
            </p:custDataLst>
          </p:nvPr>
        </p:nvSpPr>
        <p:spPr>
          <a:xfrm>
            <a:off x="0" y="6448684"/>
            <a:ext cx="12337576" cy="412067"/>
          </a:xfrm>
          <a:custGeom>
            <a:avLst/>
            <a:gdLst>
              <a:gd name="connsiteX0" fmla="*/ 0 w 12192000"/>
              <a:gd name="connsiteY0" fmla="*/ 72661 h 412067"/>
              <a:gd name="connsiteX1" fmla="*/ 575856 w 12192000"/>
              <a:gd name="connsiteY1" fmla="*/ 40975 h 412067"/>
              <a:gd name="connsiteX2" fmla="*/ 2970683 w 12192000"/>
              <a:gd name="connsiteY2" fmla="*/ 19956 h 412067"/>
              <a:gd name="connsiteX3" fmla="*/ 7039166 w 12192000"/>
              <a:gd name="connsiteY3" fmla="*/ 275353 h 412067"/>
              <a:gd name="connsiteX4" fmla="*/ 9676638 w 12192000"/>
              <a:gd name="connsiteY4" fmla="*/ 53992 h 412067"/>
              <a:gd name="connsiteX5" fmla="*/ 11663744 w 12192000"/>
              <a:gd name="connsiteY5" fmla="*/ 131398 h 412067"/>
              <a:gd name="connsiteX6" fmla="*/ 12192000 w 12192000"/>
              <a:gd name="connsiteY6" fmla="*/ 227093 h 412067"/>
              <a:gd name="connsiteX7" fmla="*/ 12192000 w 12192000"/>
              <a:gd name="connsiteY7" fmla="*/ 411053 h 412067"/>
              <a:gd name="connsiteX8" fmla="*/ 0 w 12192000"/>
              <a:gd name="connsiteY8" fmla="*/ 411053 h 412067"/>
              <a:gd name="connsiteX9" fmla="*/ 0 w 12192000"/>
              <a:gd name="connsiteY9" fmla="*/ 72661 h 41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412067">
                <a:moveTo>
                  <a:pt x="0" y="72661"/>
                </a:moveTo>
                <a:cubicBezTo>
                  <a:pt x="291465" y="56278"/>
                  <a:pt x="522351" y="43705"/>
                  <a:pt x="575856" y="40975"/>
                </a:cubicBezTo>
                <a:cubicBezTo>
                  <a:pt x="1370375" y="-46"/>
                  <a:pt x="2171548" y="-18271"/>
                  <a:pt x="2970683" y="19956"/>
                </a:cubicBezTo>
                <a:cubicBezTo>
                  <a:pt x="4331577" y="85171"/>
                  <a:pt x="5679059" y="312564"/>
                  <a:pt x="7039166" y="275353"/>
                </a:cubicBezTo>
                <a:cubicBezTo>
                  <a:pt x="7929119" y="250969"/>
                  <a:pt x="8793162" y="113746"/>
                  <a:pt x="9676638" y="53992"/>
                </a:cubicBezTo>
                <a:cubicBezTo>
                  <a:pt x="10333101" y="9606"/>
                  <a:pt x="11024235" y="9987"/>
                  <a:pt x="11663744" y="131398"/>
                </a:cubicBezTo>
                <a:cubicBezTo>
                  <a:pt x="11833796" y="163721"/>
                  <a:pt x="12011978" y="194771"/>
                  <a:pt x="12192000" y="227093"/>
                </a:cubicBezTo>
                <a:lnTo>
                  <a:pt x="12192000" y="411053"/>
                </a:lnTo>
                <a:lnTo>
                  <a:pt x="0" y="411053"/>
                </a:lnTo>
                <a:lnTo>
                  <a:pt x="0" y="72661"/>
                </a:lnTo>
                <a:close/>
              </a:path>
            </a:pathLst>
          </a:custGeom>
          <a:gradFill>
            <a:gsLst>
              <a:gs pos="0">
                <a:srgbClr val="00B050"/>
              </a:gs>
              <a:gs pos="100000">
                <a:srgbClr val="3066ED">
                  <a:alpha val="43000"/>
                </a:srgbClr>
              </a:gs>
            </a:gsLst>
            <a:lin ang="0" scaled="0"/>
          </a:gradFill>
          <a:ln w="635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3080" y="306705"/>
            <a:ext cx="8297620" cy="705485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charset="-122"/>
              </a:rPr>
              <a:t>小标题</a:t>
            </a:r>
          </a:p>
        </p:txBody>
      </p:sp>
      <p:sp>
        <p:nvSpPr>
          <p:cNvPr id="3" name="图形 16"/>
          <p:cNvSpPr/>
          <p:nvPr/>
        </p:nvSpPr>
        <p:spPr>
          <a:xfrm>
            <a:off x="4601400" y="2360971"/>
            <a:ext cx="3104767" cy="2708878"/>
          </a:xfrm>
          <a:custGeom>
            <a:avLst/>
            <a:gdLst>
              <a:gd name="connsiteX0" fmla="*/ 1346635 w 1826816"/>
              <a:gd name="connsiteY0" fmla="*/ -371 h 1593879"/>
              <a:gd name="connsiteX1" fmla="*/ 478687 w 1826816"/>
              <a:gd name="connsiteY1" fmla="*/ -371 h 1593879"/>
              <a:gd name="connsiteX2" fmla="*/ 439293 w 1826816"/>
              <a:gd name="connsiteY2" fmla="*/ 22364 h 1593879"/>
              <a:gd name="connsiteX3" fmla="*/ 5334 w 1826816"/>
              <a:gd name="connsiteY3" fmla="*/ 773829 h 1593879"/>
              <a:gd name="connsiteX4" fmla="*/ 5334 w 1826816"/>
              <a:gd name="connsiteY4" fmla="*/ 819309 h 1593879"/>
              <a:gd name="connsiteX5" fmla="*/ 439293 w 1826816"/>
              <a:gd name="connsiteY5" fmla="*/ 1570774 h 1593879"/>
              <a:gd name="connsiteX6" fmla="*/ 478687 w 1826816"/>
              <a:gd name="connsiteY6" fmla="*/ 1593509 h 1593879"/>
              <a:gd name="connsiteX7" fmla="*/ 1346635 w 1826816"/>
              <a:gd name="connsiteY7" fmla="*/ 1593509 h 1593879"/>
              <a:gd name="connsiteX8" fmla="*/ 1386000 w 1826816"/>
              <a:gd name="connsiteY8" fmla="*/ 1570774 h 1593879"/>
              <a:gd name="connsiteX9" fmla="*/ 1819942 w 1826816"/>
              <a:gd name="connsiteY9" fmla="*/ 819309 h 1593879"/>
              <a:gd name="connsiteX10" fmla="*/ 1819942 w 1826816"/>
              <a:gd name="connsiteY10" fmla="*/ 773829 h 1593879"/>
              <a:gd name="connsiteX11" fmla="*/ 1386000 w 1826816"/>
              <a:gd name="connsiteY11" fmla="*/ 22364 h 1593879"/>
              <a:gd name="connsiteX12" fmla="*/ 1346635 w 1826816"/>
              <a:gd name="connsiteY12" fmla="*/ -371 h 1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6816" h="1593879">
                <a:moveTo>
                  <a:pt x="1346635" y="-371"/>
                </a:moveTo>
                <a:lnTo>
                  <a:pt x="478687" y="-371"/>
                </a:lnTo>
                <a:cubicBezTo>
                  <a:pt x="462438" y="-372"/>
                  <a:pt x="447422" y="8294"/>
                  <a:pt x="439293" y="22364"/>
                </a:cubicBezTo>
                <a:lnTo>
                  <a:pt x="5334" y="773829"/>
                </a:lnTo>
                <a:cubicBezTo>
                  <a:pt x="-2794" y="787900"/>
                  <a:pt x="-2794" y="805239"/>
                  <a:pt x="5334" y="819309"/>
                </a:cubicBezTo>
                <a:lnTo>
                  <a:pt x="439293" y="1570774"/>
                </a:lnTo>
                <a:cubicBezTo>
                  <a:pt x="447422" y="1584844"/>
                  <a:pt x="462438" y="1593510"/>
                  <a:pt x="478687" y="1593509"/>
                </a:cubicBezTo>
                <a:lnTo>
                  <a:pt x="1346635" y="1593509"/>
                </a:lnTo>
                <a:cubicBezTo>
                  <a:pt x="1362874" y="1593502"/>
                  <a:pt x="1377878" y="1584837"/>
                  <a:pt x="1386000" y="1570774"/>
                </a:cubicBezTo>
                <a:lnTo>
                  <a:pt x="1819942" y="819309"/>
                </a:lnTo>
                <a:cubicBezTo>
                  <a:pt x="1828093" y="805245"/>
                  <a:pt x="1828093" y="787893"/>
                  <a:pt x="1819942" y="773829"/>
                </a:cubicBezTo>
                <a:lnTo>
                  <a:pt x="1386000" y="22364"/>
                </a:lnTo>
                <a:cubicBezTo>
                  <a:pt x="1377878" y="8301"/>
                  <a:pt x="1362875" y="-364"/>
                  <a:pt x="1346635" y="-371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52000">
                <a:schemeClr val="bg1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图形 16"/>
          <p:cNvSpPr/>
          <p:nvPr/>
        </p:nvSpPr>
        <p:spPr>
          <a:xfrm>
            <a:off x="4926372" y="2578625"/>
            <a:ext cx="2454826" cy="2141811"/>
          </a:xfrm>
          <a:custGeom>
            <a:avLst/>
            <a:gdLst>
              <a:gd name="connsiteX0" fmla="*/ 1346635 w 1826816"/>
              <a:gd name="connsiteY0" fmla="*/ -371 h 1593879"/>
              <a:gd name="connsiteX1" fmla="*/ 478687 w 1826816"/>
              <a:gd name="connsiteY1" fmla="*/ -371 h 1593879"/>
              <a:gd name="connsiteX2" fmla="*/ 439293 w 1826816"/>
              <a:gd name="connsiteY2" fmla="*/ 22364 h 1593879"/>
              <a:gd name="connsiteX3" fmla="*/ 5334 w 1826816"/>
              <a:gd name="connsiteY3" fmla="*/ 773829 h 1593879"/>
              <a:gd name="connsiteX4" fmla="*/ 5334 w 1826816"/>
              <a:gd name="connsiteY4" fmla="*/ 819309 h 1593879"/>
              <a:gd name="connsiteX5" fmla="*/ 439293 w 1826816"/>
              <a:gd name="connsiteY5" fmla="*/ 1570774 h 1593879"/>
              <a:gd name="connsiteX6" fmla="*/ 478687 w 1826816"/>
              <a:gd name="connsiteY6" fmla="*/ 1593509 h 1593879"/>
              <a:gd name="connsiteX7" fmla="*/ 1346635 w 1826816"/>
              <a:gd name="connsiteY7" fmla="*/ 1593509 h 1593879"/>
              <a:gd name="connsiteX8" fmla="*/ 1386000 w 1826816"/>
              <a:gd name="connsiteY8" fmla="*/ 1570774 h 1593879"/>
              <a:gd name="connsiteX9" fmla="*/ 1819942 w 1826816"/>
              <a:gd name="connsiteY9" fmla="*/ 819309 h 1593879"/>
              <a:gd name="connsiteX10" fmla="*/ 1819942 w 1826816"/>
              <a:gd name="connsiteY10" fmla="*/ 773829 h 1593879"/>
              <a:gd name="connsiteX11" fmla="*/ 1386000 w 1826816"/>
              <a:gd name="connsiteY11" fmla="*/ 22364 h 1593879"/>
              <a:gd name="connsiteX12" fmla="*/ 1346635 w 1826816"/>
              <a:gd name="connsiteY12" fmla="*/ -371 h 1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6816" h="1593879">
                <a:moveTo>
                  <a:pt x="1346635" y="-371"/>
                </a:moveTo>
                <a:lnTo>
                  <a:pt x="478687" y="-371"/>
                </a:lnTo>
                <a:cubicBezTo>
                  <a:pt x="462438" y="-372"/>
                  <a:pt x="447422" y="8294"/>
                  <a:pt x="439293" y="22364"/>
                </a:cubicBezTo>
                <a:lnTo>
                  <a:pt x="5334" y="773829"/>
                </a:lnTo>
                <a:cubicBezTo>
                  <a:pt x="-2794" y="787900"/>
                  <a:pt x="-2794" y="805239"/>
                  <a:pt x="5334" y="819309"/>
                </a:cubicBezTo>
                <a:lnTo>
                  <a:pt x="439293" y="1570774"/>
                </a:lnTo>
                <a:cubicBezTo>
                  <a:pt x="447422" y="1584844"/>
                  <a:pt x="462438" y="1593510"/>
                  <a:pt x="478687" y="1593509"/>
                </a:cubicBezTo>
                <a:lnTo>
                  <a:pt x="1346635" y="1593509"/>
                </a:lnTo>
                <a:cubicBezTo>
                  <a:pt x="1362874" y="1593502"/>
                  <a:pt x="1377878" y="1584837"/>
                  <a:pt x="1386000" y="1570774"/>
                </a:cubicBezTo>
                <a:lnTo>
                  <a:pt x="1819942" y="819309"/>
                </a:lnTo>
                <a:cubicBezTo>
                  <a:pt x="1828093" y="805245"/>
                  <a:pt x="1828093" y="787893"/>
                  <a:pt x="1819942" y="773829"/>
                </a:cubicBezTo>
                <a:lnTo>
                  <a:pt x="1386000" y="22364"/>
                </a:lnTo>
                <a:cubicBezTo>
                  <a:pt x="1377878" y="8301"/>
                  <a:pt x="1362875" y="-364"/>
                  <a:pt x="1346635" y="-371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52000"/>
                </a:schemeClr>
              </a:gs>
              <a:gs pos="26000">
                <a:schemeClr val="bg1"/>
              </a:gs>
              <a:gs pos="76172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>
            <a:noFill/>
            <a:prstDash val="solid"/>
            <a:miter/>
          </a:ln>
          <a:effectLst>
            <a:outerShdw blurRad="127000" dist="139700" dir="5400000" algn="ctr" rotWithShape="0">
              <a:srgbClr val="5D6C91">
                <a:alpha val="25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图形 16"/>
          <p:cNvSpPr/>
          <p:nvPr/>
        </p:nvSpPr>
        <p:spPr>
          <a:xfrm>
            <a:off x="5151121" y="2777096"/>
            <a:ext cx="2005328" cy="1749629"/>
          </a:xfrm>
          <a:custGeom>
            <a:avLst/>
            <a:gdLst>
              <a:gd name="connsiteX0" fmla="*/ 1346635 w 1826816"/>
              <a:gd name="connsiteY0" fmla="*/ -371 h 1593879"/>
              <a:gd name="connsiteX1" fmla="*/ 478687 w 1826816"/>
              <a:gd name="connsiteY1" fmla="*/ -371 h 1593879"/>
              <a:gd name="connsiteX2" fmla="*/ 439293 w 1826816"/>
              <a:gd name="connsiteY2" fmla="*/ 22364 h 1593879"/>
              <a:gd name="connsiteX3" fmla="*/ 5334 w 1826816"/>
              <a:gd name="connsiteY3" fmla="*/ 773829 h 1593879"/>
              <a:gd name="connsiteX4" fmla="*/ 5334 w 1826816"/>
              <a:gd name="connsiteY4" fmla="*/ 819309 h 1593879"/>
              <a:gd name="connsiteX5" fmla="*/ 439293 w 1826816"/>
              <a:gd name="connsiteY5" fmla="*/ 1570774 h 1593879"/>
              <a:gd name="connsiteX6" fmla="*/ 478687 w 1826816"/>
              <a:gd name="connsiteY6" fmla="*/ 1593509 h 1593879"/>
              <a:gd name="connsiteX7" fmla="*/ 1346635 w 1826816"/>
              <a:gd name="connsiteY7" fmla="*/ 1593509 h 1593879"/>
              <a:gd name="connsiteX8" fmla="*/ 1386000 w 1826816"/>
              <a:gd name="connsiteY8" fmla="*/ 1570774 h 1593879"/>
              <a:gd name="connsiteX9" fmla="*/ 1819942 w 1826816"/>
              <a:gd name="connsiteY9" fmla="*/ 819309 h 1593879"/>
              <a:gd name="connsiteX10" fmla="*/ 1819942 w 1826816"/>
              <a:gd name="connsiteY10" fmla="*/ 773829 h 1593879"/>
              <a:gd name="connsiteX11" fmla="*/ 1386000 w 1826816"/>
              <a:gd name="connsiteY11" fmla="*/ 22364 h 1593879"/>
              <a:gd name="connsiteX12" fmla="*/ 1346635 w 1826816"/>
              <a:gd name="connsiteY12" fmla="*/ -371 h 1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6816" h="1593879">
                <a:moveTo>
                  <a:pt x="1346635" y="-371"/>
                </a:moveTo>
                <a:lnTo>
                  <a:pt x="478687" y="-371"/>
                </a:lnTo>
                <a:cubicBezTo>
                  <a:pt x="462438" y="-372"/>
                  <a:pt x="447422" y="8294"/>
                  <a:pt x="439293" y="22364"/>
                </a:cubicBezTo>
                <a:lnTo>
                  <a:pt x="5334" y="773829"/>
                </a:lnTo>
                <a:cubicBezTo>
                  <a:pt x="-2794" y="787900"/>
                  <a:pt x="-2794" y="805239"/>
                  <a:pt x="5334" y="819309"/>
                </a:cubicBezTo>
                <a:lnTo>
                  <a:pt x="439293" y="1570774"/>
                </a:lnTo>
                <a:cubicBezTo>
                  <a:pt x="447422" y="1584844"/>
                  <a:pt x="462438" y="1593510"/>
                  <a:pt x="478687" y="1593509"/>
                </a:cubicBezTo>
                <a:lnTo>
                  <a:pt x="1346635" y="1593509"/>
                </a:lnTo>
                <a:cubicBezTo>
                  <a:pt x="1362874" y="1593502"/>
                  <a:pt x="1377878" y="1584837"/>
                  <a:pt x="1386000" y="1570774"/>
                </a:cubicBezTo>
                <a:lnTo>
                  <a:pt x="1819942" y="819309"/>
                </a:lnTo>
                <a:cubicBezTo>
                  <a:pt x="1828093" y="805245"/>
                  <a:pt x="1828093" y="787893"/>
                  <a:pt x="1819942" y="773829"/>
                </a:cubicBezTo>
                <a:lnTo>
                  <a:pt x="1386000" y="22364"/>
                </a:lnTo>
                <a:cubicBezTo>
                  <a:pt x="1377878" y="8301"/>
                  <a:pt x="1362875" y="-364"/>
                  <a:pt x="1346635" y="-371"/>
                </a:cubicBezTo>
                <a:close/>
              </a:path>
            </a:pathLst>
          </a:custGeom>
          <a:gradFill>
            <a:gsLst>
              <a:gs pos="30000">
                <a:srgbClr val="00B050"/>
              </a:gs>
              <a:gs pos="100000">
                <a:srgbClr val="0070C0">
                  <a:alpha val="27000"/>
                </a:srgbClr>
              </a:gs>
            </a:gsLst>
            <a:lin ang="5400000" scaled="1"/>
          </a:gradFill>
          <a:ln w="9525" cap="flat">
            <a:noFill/>
            <a:prstDash val="solid"/>
            <a:miter/>
          </a:ln>
          <a:effectLst>
            <a:outerShdw blurRad="101600" dist="101600" dir="5400000" algn="ctr" rotWithShape="0">
              <a:srgbClr val="596AAB">
                <a:alpha val="28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19120" y="3244843"/>
            <a:ext cx="1417272" cy="75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各客户群重点工作</a:t>
            </a:r>
          </a:p>
        </p:txBody>
      </p:sp>
      <p:sp>
        <p:nvSpPr>
          <p:cNvPr id="10" name="图形 14"/>
          <p:cNvSpPr/>
          <p:nvPr/>
        </p:nvSpPr>
        <p:spPr>
          <a:xfrm flipV="1">
            <a:off x="3582589" y="4577831"/>
            <a:ext cx="1836529" cy="699439"/>
          </a:xfrm>
          <a:custGeom>
            <a:avLst/>
            <a:gdLst>
              <a:gd name="connsiteX0" fmla="*/ -123 w 4173518"/>
              <a:gd name="connsiteY0" fmla="*/ -293 h 699439"/>
              <a:gd name="connsiteX1" fmla="*/ 3485516 w 4173518"/>
              <a:gd name="connsiteY1" fmla="*/ -293 h 699439"/>
              <a:gd name="connsiteX2" fmla="*/ 4173395 w 4173518"/>
              <a:gd name="connsiteY2" fmla="*/ 699147 h 6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73518" h="699439">
                <a:moveTo>
                  <a:pt x="-123" y="-293"/>
                </a:moveTo>
                <a:lnTo>
                  <a:pt x="3485516" y="-293"/>
                </a:lnTo>
                <a:lnTo>
                  <a:pt x="4173395" y="699147"/>
                </a:lnTo>
              </a:path>
            </a:pathLst>
          </a:custGeom>
          <a:noFill/>
          <a:ln w="23091" cap="flat">
            <a:gradFill>
              <a:gsLst>
                <a:gs pos="0">
                  <a:srgbClr val="42F87F">
                    <a:alpha val="21000"/>
                  </a:srgbClr>
                </a:gs>
                <a:gs pos="100000">
                  <a:srgbClr val="00B050">
                    <a:alpha val="43000"/>
                  </a:srgbClr>
                </a:gs>
              </a:gsLst>
              <a:lin ang="0" scaled="0"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图形 14"/>
          <p:cNvSpPr/>
          <p:nvPr/>
        </p:nvSpPr>
        <p:spPr>
          <a:xfrm>
            <a:off x="3517815" y="2164174"/>
            <a:ext cx="1836529" cy="699439"/>
          </a:xfrm>
          <a:custGeom>
            <a:avLst/>
            <a:gdLst>
              <a:gd name="connsiteX0" fmla="*/ -123 w 4173518"/>
              <a:gd name="connsiteY0" fmla="*/ -293 h 699439"/>
              <a:gd name="connsiteX1" fmla="*/ 3485516 w 4173518"/>
              <a:gd name="connsiteY1" fmla="*/ -293 h 699439"/>
              <a:gd name="connsiteX2" fmla="*/ 4173395 w 4173518"/>
              <a:gd name="connsiteY2" fmla="*/ 699147 h 6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73518" h="699439">
                <a:moveTo>
                  <a:pt x="-123" y="-293"/>
                </a:moveTo>
                <a:lnTo>
                  <a:pt x="3485516" y="-293"/>
                </a:lnTo>
                <a:lnTo>
                  <a:pt x="4173395" y="699147"/>
                </a:lnTo>
              </a:path>
            </a:pathLst>
          </a:custGeom>
          <a:noFill/>
          <a:ln w="23091" cap="flat">
            <a:gradFill>
              <a:gsLst>
                <a:gs pos="0">
                  <a:srgbClr val="42F87F">
                    <a:alpha val="21000"/>
                  </a:srgbClr>
                </a:gs>
                <a:gs pos="100000">
                  <a:srgbClr val="00B050">
                    <a:alpha val="43000"/>
                  </a:srgbClr>
                </a:gs>
              </a:gsLst>
              <a:lin ang="0" scaled="0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图形 12"/>
          <p:cNvSpPr/>
          <p:nvPr/>
        </p:nvSpPr>
        <p:spPr>
          <a:xfrm rot="10800000">
            <a:off x="3475848" y="2103980"/>
            <a:ext cx="895975" cy="115610"/>
          </a:xfrm>
          <a:custGeom>
            <a:avLst/>
            <a:gdLst>
              <a:gd name="connsiteX0" fmla="*/ 895443 w 895975"/>
              <a:gd name="connsiteY0" fmla="*/ 57518 h 115610"/>
              <a:gd name="connsiteX1" fmla="*/ 791394 w 895975"/>
              <a:gd name="connsiteY1" fmla="*/ 115323 h 115610"/>
              <a:gd name="connsiteX2" fmla="*/ 791394 w 895975"/>
              <a:gd name="connsiteY2" fmla="*/ 80640 h 115610"/>
              <a:gd name="connsiteX3" fmla="*/ -532 w 895975"/>
              <a:gd name="connsiteY3" fmla="*/ 80640 h 115610"/>
              <a:gd name="connsiteX4" fmla="*/ -532 w 895975"/>
              <a:gd name="connsiteY4" fmla="*/ 34396 h 115610"/>
              <a:gd name="connsiteX5" fmla="*/ 791394 w 895975"/>
              <a:gd name="connsiteY5" fmla="*/ 34396 h 115610"/>
              <a:gd name="connsiteX6" fmla="*/ 791394 w 895975"/>
              <a:gd name="connsiteY6" fmla="*/ -287 h 11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975" h="115610">
                <a:moveTo>
                  <a:pt x="895443" y="57518"/>
                </a:moveTo>
                <a:lnTo>
                  <a:pt x="791394" y="115323"/>
                </a:lnTo>
                <a:lnTo>
                  <a:pt x="791394" y="80640"/>
                </a:lnTo>
                <a:lnTo>
                  <a:pt x="-532" y="80640"/>
                </a:lnTo>
                <a:lnTo>
                  <a:pt x="-532" y="34396"/>
                </a:lnTo>
                <a:lnTo>
                  <a:pt x="791394" y="34396"/>
                </a:lnTo>
                <a:lnTo>
                  <a:pt x="791394" y="-287"/>
                </a:lnTo>
                <a:close/>
              </a:path>
            </a:pathLst>
          </a:custGeom>
          <a:gradFill>
            <a:gsLst>
              <a:gs pos="100000">
                <a:srgbClr val="00B050"/>
              </a:gs>
              <a:gs pos="0">
                <a:srgbClr val="00B050">
                  <a:alpha val="0"/>
                </a:srgbClr>
              </a:gs>
            </a:gsLst>
            <a:lin ang="0" scaled="0"/>
          </a:gradFill>
          <a:ln w="57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图形 12"/>
          <p:cNvSpPr/>
          <p:nvPr/>
        </p:nvSpPr>
        <p:spPr>
          <a:xfrm rot="10800000">
            <a:off x="3475848" y="5212770"/>
            <a:ext cx="895975" cy="115610"/>
          </a:xfrm>
          <a:custGeom>
            <a:avLst/>
            <a:gdLst>
              <a:gd name="connsiteX0" fmla="*/ 895443 w 895975"/>
              <a:gd name="connsiteY0" fmla="*/ 57518 h 115610"/>
              <a:gd name="connsiteX1" fmla="*/ 791394 w 895975"/>
              <a:gd name="connsiteY1" fmla="*/ 115323 h 115610"/>
              <a:gd name="connsiteX2" fmla="*/ 791394 w 895975"/>
              <a:gd name="connsiteY2" fmla="*/ 80640 h 115610"/>
              <a:gd name="connsiteX3" fmla="*/ -532 w 895975"/>
              <a:gd name="connsiteY3" fmla="*/ 80640 h 115610"/>
              <a:gd name="connsiteX4" fmla="*/ -532 w 895975"/>
              <a:gd name="connsiteY4" fmla="*/ 34396 h 115610"/>
              <a:gd name="connsiteX5" fmla="*/ 791394 w 895975"/>
              <a:gd name="connsiteY5" fmla="*/ 34396 h 115610"/>
              <a:gd name="connsiteX6" fmla="*/ 791394 w 895975"/>
              <a:gd name="connsiteY6" fmla="*/ -287 h 11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975" h="115610">
                <a:moveTo>
                  <a:pt x="895443" y="57518"/>
                </a:moveTo>
                <a:lnTo>
                  <a:pt x="791394" y="115323"/>
                </a:lnTo>
                <a:lnTo>
                  <a:pt x="791394" y="80640"/>
                </a:lnTo>
                <a:lnTo>
                  <a:pt x="-532" y="80640"/>
                </a:lnTo>
                <a:lnTo>
                  <a:pt x="-532" y="34396"/>
                </a:lnTo>
                <a:lnTo>
                  <a:pt x="791394" y="34396"/>
                </a:lnTo>
                <a:lnTo>
                  <a:pt x="791394" y="-287"/>
                </a:lnTo>
                <a:close/>
              </a:path>
            </a:pathLst>
          </a:custGeom>
          <a:gradFill>
            <a:gsLst>
              <a:gs pos="100000">
                <a:srgbClr val="5A78E8"/>
              </a:gs>
              <a:gs pos="0">
                <a:srgbClr val="5A78E8">
                  <a:alpha val="0"/>
                </a:srgbClr>
              </a:gs>
            </a:gsLst>
            <a:lin ang="0" scaled="0"/>
          </a:gradFill>
          <a:ln w="57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图形 14"/>
          <p:cNvSpPr/>
          <p:nvPr/>
        </p:nvSpPr>
        <p:spPr>
          <a:xfrm flipH="1">
            <a:off x="6953226" y="2162448"/>
            <a:ext cx="1922249" cy="699439"/>
          </a:xfrm>
          <a:custGeom>
            <a:avLst/>
            <a:gdLst>
              <a:gd name="connsiteX0" fmla="*/ -123 w 4173518"/>
              <a:gd name="connsiteY0" fmla="*/ -293 h 699439"/>
              <a:gd name="connsiteX1" fmla="*/ 3485516 w 4173518"/>
              <a:gd name="connsiteY1" fmla="*/ -293 h 699439"/>
              <a:gd name="connsiteX2" fmla="*/ 4173395 w 4173518"/>
              <a:gd name="connsiteY2" fmla="*/ 699147 h 6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73518" h="699439">
                <a:moveTo>
                  <a:pt x="-123" y="-293"/>
                </a:moveTo>
                <a:lnTo>
                  <a:pt x="3485516" y="-293"/>
                </a:lnTo>
                <a:lnTo>
                  <a:pt x="4173395" y="699147"/>
                </a:lnTo>
              </a:path>
            </a:pathLst>
          </a:custGeom>
          <a:noFill/>
          <a:ln w="23091" cap="flat">
            <a:gradFill>
              <a:gsLst>
                <a:gs pos="0">
                  <a:srgbClr val="42F87F">
                    <a:alpha val="21000"/>
                  </a:srgbClr>
                </a:gs>
                <a:gs pos="100000">
                  <a:srgbClr val="42F87F">
                    <a:alpha val="43000"/>
                  </a:srgbClr>
                </a:gs>
              </a:gsLst>
              <a:lin ang="0" scaled="0"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图形 14"/>
          <p:cNvSpPr/>
          <p:nvPr/>
        </p:nvSpPr>
        <p:spPr>
          <a:xfrm flipH="1" flipV="1">
            <a:off x="6888451" y="4567559"/>
            <a:ext cx="1922249" cy="699439"/>
          </a:xfrm>
          <a:custGeom>
            <a:avLst/>
            <a:gdLst>
              <a:gd name="connsiteX0" fmla="*/ -123 w 4173518"/>
              <a:gd name="connsiteY0" fmla="*/ -293 h 699439"/>
              <a:gd name="connsiteX1" fmla="*/ 3485516 w 4173518"/>
              <a:gd name="connsiteY1" fmla="*/ -293 h 699439"/>
              <a:gd name="connsiteX2" fmla="*/ 4173395 w 4173518"/>
              <a:gd name="connsiteY2" fmla="*/ 699147 h 6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73518" h="699439">
                <a:moveTo>
                  <a:pt x="-123" y="-293"/>
                </a:moveTo>
                <a:lnTo>
                  <a:pt x="3485516" y="-293"/>
                </a:lnTo>
                <a:lnTo>
                  <a:pt x="4173395" y="699147"/>
                </a:lnTo>
              </a:path>
            </a:pathLst>
          </a:custGeom>
          <a:noFill/>
          <a:ln w="23091" cap="flat">
            <a:gradFill>
              <a:gsLst>
                <a:gs pos="0">
                  <a:srgbClr val="42F87F">
                    <a:alpha val="21000"/>
                  </a:srgbClr>
                </a:gs>
                <a:gs pos="100000">
                  <a:srgbClr val="42F87F">
                    <a:alpha val="43000"/>
                  </a:srgbClr>
                </a:gs>
              </a:gsLst>
              <a:lin ang="0" scaled="0"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1" name="图形 12"/>
          <p:cNvSpPr/>
          <p:nvPr/>
        </p:nvSpPr>
        <p:spPr>
          <a:xfrm rot="10800000" flipH="1">
            <a:off x="7959343" y="5205851"/>
            <a:ext cx="895975" cy="115610"/>
          </a:xfrm>
          <a:custGeom>
            <a:avLst/>
            <a:gdLst>
              <a:gd name="connsiteX0" fmla="*/ 895443 w 895975"/>
              <a:gd name="connsiteY0" fmla="*/ 57518 h 115610"/>
              <a:gd name="connsiteX1" fmla="*/ 791394 w 895975"/>
              <a:gd name="connsiteY1" fmla="*/ 115323 h 115610"/>
              <a:gd name="connsiteX2" fmla="*/ 791394 w 895975"/>
              <a:gd name="connsiteY2" fmla="*/ 80640 h 115610"/>
              <a:gd name="connsiteX3" fmla="*/ -532 w 895975"/>
              <a:gd name="connsiteY3" fmla="*/ 80640 h 115610"/>
              <a:gd name="connsiteX4" fmla="*/ -532 w 895975"/>
              <a:gd name="connsiteY4" fmla="*/ 34396 h 115610"/>
              <a:gd name="connsiteX5" fmla="*/ 791394 w 895975"/>
              <a:gd name="connsiteY5" fmla="*/ 34396 h 115610"/>
              <a:gd name="connsiteX6" fmla="*/ 791394 w 895975"/>
              <a:gd name="connsiteY6" fmla="*/ -287 h 11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975" h="115610">
                <a:moveTo>
                  <a:pt x="895443" y="57518"/>
                </a:moveTo>
                <a:lnTo>
                  <a:pt x="791394" y="115323"/>
                </a:lnTo>
                <a:lnTo>
                  <a:pt x="791394" y="80640"/>
                </a:lnTo>
                <a:lnTo>
                  <a:pt x="-532" y="80640"/>
                </a:lnTo>
                <a:lnTo>
                  <a:pt x="-532" y="34396"/>
                </a:lnTo>
                <a:lnTo>
                  <a:pt x="791394" y="34396"/>
                </a:lnTo>
                <a:lnTo>
                  <a:pt x="791394" y="-287"/>
                </a:lnTo>
                <a:close/>
              </a:path>
            </a:pathLst>
          </a:custGeom>
          <a:gradFill>
            <a:gsLst>
              <a:gs pos="100000">
                <a:srgbClr val="669CE3"/>
              </a:gs>
              <a:gs pos="0">
                <a:srgbClr val="669CE3">
                  <a:alpha val="0"/>
                </a:srgbClr>
              </a:gs>
            </a:gsLst>
            <a:lin ang="0" scaled="0"/>
          </a:gradFill>
          <a:ln w="57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图形 12"/>
          <p:cNvSpPr/>
          <p:nvPr/>
        </p:nvSpPr>
        <p:spPr>
          <a:xfrm rot="10800000" flipH="1">
            <a:off x="7959343" y="2116076"/>
            <a:ext cx="895975" cy="115610"/>
          </a:xfrm>
          <a:custGeom>
            <a:avLst/>
            <a:gdLst>
              <a:gd name="connsiteX0" fmla="*/ 895443 w 895975"/>
              <a:gd name="connsiteY0" fmla="*/ 57518 h 115610"/>
              <a:gd name="connsiteX1" fmla="*/ 791394 w 895975"/>
              <a:gd name="connsiteY1" fmla="*/ 115323 h 115610"/>
              <a:gd name="connsiteX2" fmla="*/ 791394 w 895975"/>
              <a:gd name="connsiteY2" fmla="*/ 80640 h 115610"/>
              <a:gd name="connsiteX3" fmla="*/ -532 w 895975"/>
              <a:gd name="connsiteY3" fmla="*/ 80640 h 115610"/>
              <a:gd name="connsiteX4" fmla="*/ -532 w 895975"/>
              <a:gd name="connsiteY4" fmla="*/ 34396 h 115610"/>
              <a:gd name="connsiteX5" fmla="*/ 791394 w 895975"/>
              <a:gd name="connsiteY5" fmla="*/ 34396 h 115610"/>
              <a:gd name="connsiteX6" fmla="*/ 791394 w 895975"/>
              <a:gd name="connsiteY6" fmla="*/ -287 h 11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975" h="115610">
                <a:moveTo>
                  <a:pt x="895443" y="57518"/>
                </a:moveTo>
                <a:lnTo>
                  <a:pt x="791394" y="115323"/>
                </a:lnTo>
                <a:lnTo>
                  <a:pt x="791394" y="80640"/>
                </a:lnTo>
                <a:lnTo>
                  <a:pt x="-532" y="80640"/>
                </a:lnTo>
                <a:lnTo>
                  <a:pt x="-532" y="34396"/>
                </a:lnTo>
                <a:lnTo>
                  <a:pt x="791394" y="34396"/>
                </a:lnTo>
                <a:lnTo>
                  <a:pt x="791394" y="-287"/>
                </a:lnTo>
                <a:close/>
              </a:path>
            </a:pathLst>
          </a:custGeom>
          <a:gradFill>
            <a:gsLst>
              <a:gs pos="100000">
                <a:srgbClr val="7D66DB"/>
              </a:gs>
              <a:gs pos="0">
                <a:srgbClr val="5A78E8">
                  <a:alpha val="0"/>
                </a:srgbClr>
              </a:gs>
            </a:gsLst>
            <a:lin ang="0" scaled="0"/>
          </a:gradFill>
          <a:ln w="57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2" name="图形 12"/>
          <p:cNvSpPr/>
          <p:nvPr/>
        </p:nvSpPr>
        <p:spPr>
          <a:xfrm rot="10800000">
            <a:off x="3475848" y="3628248"/>
            <a:ext cx="895975" cy="115610"/>
          </a:xfrm>
          <a:custGeom>
            <a:avLst/>
            <a:gdLst>
              <a:gd name="connsiteX0" fmla="*/ 895443 w 895975"/>
              <a:gd name="connsiteY0" fmla="*/ 57518 h 115610"/>
              <a:gd name="connsiteX1" fmla="*/ 791394 w 895975"/>
              <a:gd name="connsiteY1" fmla="*/ 115323 h 115610"/>
              <a:gd name="connsiteX2" fmla="*/ 791394 w 895975"/>
              <a:gd name="connsiteY2" fmla="*/ 80640 h 115610"/>
              <a:gd name="connsiteX3" fmla="*/ -532 w 895975"/>
              <a:gd name="connsiteY3" fmla="*/ 80640 h 115610"/>
              <a:gd name="connsiteX4" fmla="*/ -532 w 895975"/>
              <a:gd name="connsiteY4" fmla="*/ 34396 h 115610"/>
              <a:gd name="connsiteX5" fmla="*/ 791394 w 895975"/>
              <a:gd name="connsiteY5" fmla="*/ 34396 h 115610"/>
              <a:gd name="connsiteX6" fmla="*/ 791394 w 895975"/>
              <a:gd name="connsiteY6" fmla="*/ -287 h 11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975" h="115610">
                <a:moveTo>
                  <a:pt x="895443" y="57518"/>
                </a:moveTo>
                <a:lnTo>
                  <a:pt x="791394" y="115323"/>
                </a:lnTo>
                <a:lnTo>
                  <a:pt x="791394" y="80640"/>
                </a:lnTo>
                <a:lnTo>
                  <a:pt x="-532" y="80640"/>
                </a:lnTo>
                <a:lnTo>
                  <a:pt x="-532" y="34396"/>
                </a:lnTo>
                <a:lnTo>
                  <a:pt x="791394" y="34396"/>
                </a:lnTo>
                <a:lnTo>
                  <a:pt x="791394" y="-287"/>
                </a:lnTo>
                <a:close/>
              </a:path>
            </a:pathLst>
          </a:custGeom>
          <a:gradFill>
            <a:gsLst>
              <a:gs pos="100000">
                <a:srgbClr val="58B6E5"/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 w="57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图形 22"/>
          <p:cNvSpPr/>
          <p:nvPr/>
        </p:nvSpPr>
        <p:spPr>
          <a:xfrm>
            <a:off x="3254117" y="1744832"/>
            <a:ext cx="385891" cy="337627"/>
          </a:xfrm>
          <a:custGeom>
            <a:avLst/>
            <a:gdLst>
              <a:gd name="connsiteX0" fmla="*/ 108696 w 385891"/>
              <a:gd name="connsiteY0" fmla="*/ -732 h 337627"/>
              <a:gd name="connsiteX1" fmla="*/ 273788 w 385891"/>
              <a:gd name="connsiteY1" fmla="*/ -732 h 337627"/>
              <a:gd name="connsiteX2" fmla="*/ 297951 w 385891"/>
              <a:gd name="connsiteY2" fmla="*/ 13055 h 337627"/>
              <a:gd name="connsiteX3" fmla="*/ 380438 w 385891"/>
              <a:gd name="connsiteY3" fmla="*/ 154301 h 337627"/>
              <a:gd name="connsiteX4" fmla="*/ 380438 w 385891"/>
              <a:gd name="connsiteY4" fmla="*/ 181874 h 337627"/>
              <a:gd name="connsiteX5" fmla="*/ 297950 w 385891"/>
              <a:gd name="connsiteY5" fmla="*/ 323109 h 337627"/>
              <a:gd name="connsiteX6" fmla="*/ 273787 w 385891"/>
              <a:gd name="connsiteY6" fmla="*/ 336896 h 337627"/>
              <a:gd name="connsiteX7" fmla="*/ 108696 w 385891"/>
              <a:gd name="connsiteY7" fmla="*/ 336896 h 337627"/>
              <a:gd name="connsiteX8" fmla="*/ 84534 w 385891"/>
              <a:gd name="connsiteY8" fmla="*/ 323109 h 337627"/>
              <a:gd name="connsiteX9" fmla="*/ 2046 w 385891"/>
              <a:gd name="connsiteY9" fmla="*/ 181863 h 337627"/>
              <a:gd name="connsiteX10" fmla="*/ 2046 w 385891"/>
              <a:gd name="connsiteY10" fmla="*/ 154289 h 337627"/>
              <a:gd name="connsiteX11" fmla="*/ 84534 w 385891"/>
              <a:gd name="connsiteY11" fmla="*/ 13043 h 337627"/>
              <a:gd name="connsiteX12" fmla="*/ 108697 w 385891"/>
              <a:gd name="connsiteY12" fmla="*/ -732 h 33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891" h="337627">
                <a:moveTo>
                  <a:pt x="108696" y="-732"/>
                </a:moveTo>
                <a:lnTo>
                  <a:pt x="273788" y="-732"/>
                </a:lnTo>
                <a:cubicBezTo>
                  <a:pt x="283718" y="-750"/>
                  <a:pt x="292913" y="4497"/>
                  <a:pt x="297951" y="13055"/>
                </a:cubicBezTo>
                <a:lnTo>
                  <a:pt x="380438" y="154301"/>
                </a:lnTo>
                <a:cubicBezTo>
                  <a:pt x="385467" y="162804"/>
                  <a:pt x="385467" y="173371"/>
                  <a:pt x="380438" y="181874"/>
                </a:cubicBezTo>
                <a:lnTo>
                  <a:pt x="297950" y="323109"/>
                </a:lnTo>
                <a:cubicBezTo>
                  <a:pt x="292913" y="331667"/>
                  <a:pt x="283717" y="336914"/>
                  <a:pt x="273787" y="336896"/>
                </a:cubicBezTo>
                <a:lnTo>
                  <a:pt x="108696" y="336896"/>
                </a:lnTo>
                <a:cubicBezTo>
                  <a:pt x="98770" y="336900"/>
                  <a:pt x="89581" y="331657"/>
                  <a:pt x="84534" y="323109"/>
                </a:cubicBezTo>
                <a:lnTo>
                  <a:pt x="2046" y="181863"/>
                </a:lnTo>
                <a:cubicBezTo>
                  <a:pt x="-2925" y="173344"/>
                  <a:pt x="-2925" y="162809"/>
                  <a:pt x="2046" y="154289"/>
                </a:cubicBezTo>
                <a:lnTo>
                  <a:pt x="84534" y="13043"/>
                </a:lnTo>
                <a:cubicBezTo>
                  <a:pt x="89584" y="4500"/>
                  <a:pt x="98773" y="-738"/>
                  <a:pt x="108697" y="-732"/>
                </a:cubicBez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  <a:effectLst>
            <a:outerShdw blurRad="127000" dist="101600" dir="5400000" algn="ctr" rotWithShape="0">
              <a:srgbClr val="5D6C91">
                <a:alpha val="15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图形 24"/>
          <p:cNvSpPr/>
          <p:nvPr/>
        </p:nvSpPr>
        <p:spPr>
          <a:xfrm>
            <a:off x="3254117" y="4895123"/>
            <a:ext cx="385891" cy="337627"/>
          </a:xfrm>
          <a:custGeom>
            <a:avLst/>
            <a:gdLst>
              <a:gd name="connsiteX0" fmla="*/ 108696 w 385891"/>
              <a:gd name="connsiteY0" fmla="*/ -482 h 337627"/>
              <a:gd name="connsiteX1" fmla="*/ 273788 w 385891"/>
              <a:gd name="connsiteY1" fmla="*/ -482 h 337627"/>
              <a:gd name="connsiteX2" fmla="*/ 297951 w 385891"/>
              <a:gd name="connsiteY2" fmla="*/ 13305 h 337627"/>
              <a:gd name="connsiteX3" fmla="*/ 380438 w 385891"/>
              <a:gd name="connsiteY3" fmla="*/ 154551 h 337627"/>
              <a:gd name="connsiteX4" fmla="*/ 380438 w 385891"/>
              <a:gd name="connsiteY4" fmla="*/ 182124 h 337627"/>
              <a:gd name="connsiteX5" fmla="*/ 297950 w 385891"/>
              <a:gd name="connsiteY5" fmla="*/ 323359 h 337627"/>
              <a:gd name="connsiteX6" fmla="*/ 273787 w 385891"/>
              <a:gd name="connsiteY6" fmla="*/ 337146 h 337627"/>
              <a:gd name="connsiteX7" fmla="*/ 108696 w 385891"/>
              <a:gd name="connsiteY7" fmla="*/ 337146 h 337627"/>
              <a:gd name="connsiteX8" fmla="*/ 84534 w 385891"/>
              <a:gd name="connsiteY8" fmla="*/ 323359 h 337627"/>
              <a:gd name="connsiteX9" fmla="*/ 2046 w 385891"/>
              <a:gd name="connsiteY9" fmla="*/ 182113 h 337627"/>
              <a:gd name="connsiteX10" fmla="*/ 2046 w 385891"/>
              <a:gd name="connsiteY10" fmla="*/ 154539 h 337627"/>
              <a:gd name="connsiteX11" fmla="*/ 84534 w 385891"/>
              <a:gd name="connsiteY11" fmla="*/ 13293 h 337627"/>
              <a:gd name="connsiteX12" fmla="*/ 108697 w 385891"/>
              <a:gd name="connsiteY12" fmla="*/ -482 h 33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891" h="337627">
                <a:moveTo>
                  <a:pt x="108696" y="-482"/>
                </a:moveTo>
                <a:lnTo>
                  <a:pt x="273788" y="-482"/>
                </a:lnTo>
                <a:cubicBezTo>
                  <a:pt x="283718" y="-500"/>
                  <a:pt x="292913" y="4747"/>
                  <a:pt x="297951" y="13305"/>
                </a:cubicBezTo>
                <a:lnTo>
                  <a:pt x="380438" y="154551"/>
                </a:lnTo>
                <a:cubicBezTo>
                  <a:pt x="385467" y="163054"/>
                  <a:pt x="385467" y="173621"/>
                  <a:pt x="380438" y="182124"/>
                </a:cubicBezTo>
                <a:lnTo>
                  <a:pt x="297950" y="323359"/>
                </a:lnTo>
                <a:cubicBezTo>
                  <a:pt x="292913" y="331917"/>
                  <a:pt x="283717" y="337164"/>
                  <a:pt x="273787" y="337146"/>
                </a:cubicBezTo>
                <a:lnTo>
                  <a:pt x="108696" y="337146"/>
                </a:lnTo>
                <a:cubicBezTo>
                  <a:pt x="98770" y="337150"/>
                  <a:pt x="89581" y="331907"/>
                  <a:pt x="84534" y="323359"/>
                </a:cubicBezTo>
                <a:lnTo>
                  <a:pt x="2046" y="182113"/>
                </a:lnTo>
                <a:cubicBezTo>
                  <a:pt x="-2925" y="173594"/>
                  <a:pt x="-2925" y="163059"/>
                  <a:pt x="2046" y="154539"/>
                </a:cubicBezTo>
                <a:lnTo>
                  <a:pt x="84534" y="13293"/>
                </a:lnTo>
                <a:cubicBezTo>
                  <a:pt x="89584" y="4750"/>
                  <a:pt x="98773" y="-488"/>
                  <a:pt x="108697" y="-482"/>
                </a:cubicBezTo>
                <a:close/>
              </a:path>
            </a:pathLst>
          </a:custGeom>
          <a:solidFill>
            <a:srgbClr val="0054A3"/>
          </a:solidFill>
          <a:ln w="9525" cap="flat">
            <a:noFill/>
            <a:prstDash val="solid"/>
            <a:miter/>
          </a:ln>
          <a:effectLst>
            <a:outerShdw blurRad="127000" dist="101600" dir="5400000" algn="ctr" rotWithShape="0">
              <a:srgbClr val="5D6C91">
                <a:alpha val="15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13635" y="17377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1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电力系统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51588" y="4802712"/>
            <a:ext cx="1338246" cy="417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数据中心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 flipH="1">
            <a:off x="3371889" y="4988754"/>
            <a:ext cx="150346" cy="150364"/>
          </a:xfrm>
          <a:custGeom>
            <a:avLst/>
            <a:gdLst>
              <a:gd name="connsiteX0" fmla="*/ 353856 w 1542100"/>
              <a:gd name="connsiteY0" fmla="*/ 1165003 h 1542288"/>
              <a:gd name="connsiteX1" fmla="*/ 638558 w 1542100"/>
              <a:gd name="connsiteY1" fmla="*/ 1535906 h 1542288"/>
              <a:gd name="connsiteX2" fmla="*/ 623794 w 1542100"/>
              <a:gd name="connsiteY2" fmla="*/ 1542193 h 1542288"/>
              <a:gd name="connsiteX3" fmla="*/ 193836 w 1542100"/>
              <a:gd name="connsiteY3" fmla="*/ 1291781 h 1542288"/>
              <a:gd name="connsiteX4" fmla="*/ 346997 w 1542100"/>
              <a:gd name="connsiteY4" fmla="*/ 1169099 h 1542288"/>
              <a:gd name="connsiteX5" fmla="*/ 353856 w 1542100"/>
              <a:gd name="connsiteY5" fmla="*/ 1165003 h 1542288"/>
              <a:gd name="connsiteX6" fmla="*/ 1188245 w 1542100"/>
              <a:gd name="connsiteY6" fmla="*/ 1165003 h 1542288"/>
              <a:gd name="connsiteX7" fmla="*/ 1348266 w 1542100"/>
              <a:gd name="connsiteY7" fmla="*/ 1291876 h 1542288"/>
              <a:gd name="connsiteX8" fmla="*/ 918307 w 1542100"/>
              <a:gd name="connsiteY8" fmla="*/ 1542288 h 1542288"/>
              <a:gd name="connsiteX9" fmla="*/ 903544 w 1542100"/>
              <a:gd name="connsiteY9" fmla="*/ 1536002 h 1542288"/>
              <a:gd name="connsiteX10" fmla="*/ 1183197 w 1542100"/>
              <a:gd name="connsiteY10" fmla="*/ 1176433 h 1542288"/>
              <a:gd name="connsiteX11" fmla="*/ 1188245 w 1542100"/>
              <a:gd name="connsiteY11" fmla="*/ 1165003 h 1542288"/>
              <a:gd name="connsiteX12" fmla="*/ 771050 w 1542100"/>
              <a:gd name="connsiteY12" fmla="*/ 1048322 h 1542288"/>
              <a:gd name="connsiteX13" fmla="*/ 1065754 w 1542100"/>
              <a:gd name="connsiteY13" fmla="*/ 1104233 h 1542288"/>
              <a:gd name="connsiteX14" fmla="*/ 771050 w 1542100"/>
              <a:gd name="connsiteY14" fmla="*/ 1462754 h 1542288"/>
              <a:gd name="connsiteX15" fmla="*/ 476347 w 1542100"/>
              <a:gd name="connsiteY15" fmla="*/ 1104233 h 1542288"/>
              <a:gd name="connsiteX16" fmla="*/ 771050 w 1542100"/>
              <a:gd name="connsiteY16" fmla="*/ 1048322 h 1542288"/>
              <a:gd name="connsiteX17" fmla="*/ 771050 w 1542100"/>
              <a:gd name="connsiteY17" fmla="*/ 1048322 h 1542288"/>
              <a:gd name="connsiteX18" fmla="*/ 112206 w 1542100"/>
              <a:gd name="connsiteY18" fmla="*/ 362998 h 1542288"/>
              <a:gd name="connsiteX19" fmla="*/ 307087 w 1542100"/>
              <a:gd name="connsiteY19" fmla="*/ 509873 h 1542288"/>
              <a:gd name="connsiteX20" fmla="*/ 272131 w 1542100"/>
              <a:gd name="connsiteY20" fmla="*/ 771144 h 1542288"/>
              <a:gd name="connsiteX21" fmla="*/ 307087 w 1542100"/>
              <a:gd name="connsiteY21" fmla="*/ 1032415 h 1542288"/>
              <a:gd name="connsiteX22" fmla="*/ 112206 w 1542100"/>
              <a:gd name="connsiteY22" fmla="*/ 1179386 h 1542288"/>
              <a:gd name="connsiteX23" fmla="*/ 2 w 1542100"/>
              <a:gd name="connsiteY23" fmla="*/ 771144 h 1542288"/>
              <a:gd name="connsiteX24" fmla="*/ 105253 w 1542100"/>
              <a:gd name="connsiteY24" fmla="*/ 374714 h 1542288"/>
              <a:gd name="connsiteX25" fmla="*/ 112206 w 1542100"/>
              <a:gd name="connsiteY25" fmla="*/ 362998 h 1542288"/>
              <a:gd name="connsiteX26" fmla="*/ 1542099 w 1542100"/>
              <a:gd name="connsiteY26" fmla="*/ 771144 h 1542288"/>
              <a:gd name="connsiteX27" fmla="*/ 1429895 w 1542100"/>
              <a:gd name="connsiteY27" fmla="*/ 1179386 h 1542288"/>
              <a:gd name="connsiteX28" fmla="*/ 1235013 w 1542100"/>
              <a:gd name="connsiteY28" fmla="*/ 1032415 h 1542288"/>
              <a:gd name="connsiteX29" fmla="*/ 1269970 w 1542100"/>
              <a:gd name="connsiteY29" fmla="*/ 771144 h 1542288"/>
              <a:gd name="connsiteX30" fmla="*/ 1235013 w 1542100"/>
              <a:gd name="connsiteY30" fmla="*/ 509873 h 1542288"/>
              <a:gd name="connsiteX31" fmla="*/ 1429895 w 1542100"/>
              <a:gd name="connsiteY31" fmla="*/ 362903 h 1542288"/>
              <a:gd name="connsiteX32" fmla="*/ 1542099 w 1542100"/>
              <a:gd name="connsiteY32" fmla="*/ 771144 h 1542288"/>
              <a:gd name="connsiteX33" fmla="*/ 1109759 w 1542100"/>
              <a:gd name="connsiteY33" fmla="*/ 569405 h 1542288"/>
              <a:gd name="connsiteX34" fmla="*/ 1133953 w 1542100"/>
              <a:gd name="connsiteY34" fmla="*/ 771144 h 1542288"/>
              <a:gd name="connsiteX35" fmla="*/ 1109759 w 1542100"/>
              <a:gd name="connsiteY35" fmla="*/ 972884 h 1542288"/>
              <a:gd name="connsiteX36" fmla="*/ 771050 w 1542100"/>
              <a:gd name="connsiteY36" fmla="*/ 909828 h 1542288"/>
              <a:gd name="connsiteX37" fmla="*/ 432341 w 1542100"/>
              <a:gd name="connsiteY37" fmla="*/ 972979 h 1542288"/>
              <a:gd name="connsiteX38" fmla="*/ 408148 w 1542100"/>
              <a:gd name="connsiteY38" fmla="*/ 771239 h 1542288"/>
              <a:gd name="connsiteX39" fmla="*/ 432341 w 1542100"/>
              <a:gd name="connsiteY39" fmla="*/ 569500 h 1542288"/>
              <a:gd name="connsiteX40" fmla="*/ 771050 w 1542100"/>
              <a:gd name="connsiteY40" fmla="*/ 632555 h 1542288"/>
              <a:gd name="connsiteX41" fmla="*/ 1100330 w 1542100"/>
              <a:gd name="connsiteY41" fmla="*/ 573024 h 1542288"/>
              <a:gd name="connsiteX42" fmla="*/ 1109759 w 1542100"/>
              <a:gd name="connsiteY42" fmla="*/ 569405 h 1542288"/>
              <a:gd name="connsiteX43" fmla="*/ 771050 w 1542100"/>
              <a:gd name="connsiteY43" fmla="*/ 79629 h 1542288"/>
              <a:gd name="connsiteX44" fmla="*/ 1065754 w 1542100"/>
              <a:gd name="connsiteY44" fmla="*/ 438150 h 1542288"/>
              <a:gd name="connsiteX45" fmla="*/ 771050 w 1542100"/>
              <a:gd name="connsiteY45" fmla="*/ 493967 h 1542288"/>
              <a:gd name="connsiteX46" fmla="*/ 476347 w 1542100"/>
              <a:gd name="connsiteY46" fmla="*/ 438150 h 1542288"/>
              <a:gd name="connsiteX47" fmla="*/ 765240 w 1542100"/>
              <a:gd name="connsiteY47" fmla="*/ 83725 h 1542288"/>
              <a:gd name="connsiteX48" fmla="*/ 771050 w 1542100"/>
              <a:gd name="connsiteY48" fmla="*/ 79629 h 1542288"/>
              <a:gd name="connsiteX49" fmla="*/ 623699 w 1542100"/>
              <a:gd name="connsiteY49" fmla="*/ 95 h 1542288"/>
              <a:gd name="connsiteX50" fmla="*/ 638558 w 1542100"/>
              <a:gd name="connsiteY50" fmla="*/ 6382 h 1542288"/>
              <a:gd name="connsiteX51" fmla="*/ 353951 w 1542100"/>
              <a:gd name="connsiteY51" fmla="*/ 377381 h 1542288"/>
              <a:gd name="connsiteX52" fmla="*/ 193836 w 1542100"/>
              <a:gd name="connsiteY52" fmla="*/ 250412 h 1542288"/>
              <a:gd name="connsiteX53" fmla="*/ 623699 w 1542100"/>
              <a:gd name="connsiteY53" fmla="*/ 95 h 1542288"/>
              <a:gd name="connsiteX54" fmla="*/ 623699 w 1542100"/>
              <a:gd name="connsiteY54" fmla="*/ 95 h 1542288"/>
              <a:gd name="connsiteX55" fmla="*/ 1348266 w 1542100"/>
              <a:gd name="connsiteY55" fmla="*/ 250412 h 1542288"/>
              <a:gd name="connsiteX56" fmla="*/ 1342550 w 1542100"/>
              <a:gd name="connsiteY56" fmla="*/ 256318 h 1542288"/>
              <a:gd name="connsiteX57" fmla="*/ 1188245 w 1542100"/>
              <a:gd name="connsiteY57" fmla="*/ 377285 h 1542288"/>
              <a:gd name="connsiteX58" fmla="*/ 903544 w 1542100"/>
              <a:gd name="connsiteY58" fmla="*/ 6287 h 1542288"/>
              <a:gd name="connsiteX59" fmla="*/ 918307 w 1542100"/>
              <a:gd name="connsiteY59" fmla="*/ 0 h 1542288"/>
              <a:gd name="connsiteX60" fmla="*/ 1348266 w 1542100"/>
              <a:gd name="connsiteY60" fmla="*/ 250412 h 1542288"/>
              <a:gd name="connsiteX61" fmla="*/ 1348266 w 1542100"/>
              <a:gd name="connsiteY61" fmla="*/ 250412 h 154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542100" h="1542288">
                <a:moveTo>
                  <a:pt x="353856" y="1165003"/>
                </a:moveTo>
                <a:cubicBezTo>
                  <a:pt x="417102" y="1309973"/>
                  <a:pt x="514828" y="1437323"/>
                  <a:pt x="638558" y="1535906"/>
                </a:cubicBezTo>
                <a:cubicBezTo>
                  <a:pt x="633700" y="1538002"/>
                  <a:pt x="628747" y="1540193"/>
                  <a:pt x="623794" y="1542193"/>
                </a:cubicBezTo>
                <a:cubicBezTo>
                  <a:pt x="454059" y="1508760"/>
                  <a:pt x="304135" y="1418558"/>
                  <a:pt x="193836" y="1291781"/>
                </a:cubicBezTo>
                <a:cubicBezTo>
                  <a:pt x="239841" y="1244918"/>
                  <a:pt x="291181" y="1203770"/>
                  <a:pt x="346997" y="1169099"/>
                </a:cubicBezTo>
                <a:lnTo>
                  <a:pt x="353856" y="1165003"/>
                </a:lnTo>
                <a:close/>
                <a:moveTo>
                  <a:pt x="1188245" y="1165003"/>
                </a:moveTo>
                <a:cubicBezTo>
                  <a:pt x="1246634" y="1200436"/>
                  <a:pt x="1300450" y="1243108"/>
                  <a:pt x="1348266" y="1291876"/>
                </a:cubicBezTo>
                <a:cubicBezTo>
                  <a:pt x="1237966" y="1418653"/>
                  <a:pt x="1088138" y="1508760"/>
                  <a:pt x="918307" y="1542288"/>
                </a:cubicBezTo>
                <a:lnTo>
                  <a:pt x="903544" y="1536002"/>
                </a:lnTo>
                <a:cubicBezTo>
                  <a:pt x="1023939" y="1439990"/>
                  <a:pt x="1119761" y="1316736"/>
                  <a:pt x="1183197" y="1176433"/>
                </a:cubicBezTo>
                <a:lnTo>
                  <a:pt x="1188245" y="1165003"/>
                </a:lnTo>
                <a:close/>
                <a:moveTo>
                  <a:pt x="771050" y="1048322"/>
                </a:moveTo>
                <a:cubicBezTo>
                  <a:pt x="874969" y="1048322"/>
                  <a:pt x="974314" y="1068134"/>
                  <a:pt x="1065754" y="1104233"/>
                </a:cubicBezTo>
                <a:cubicBezTo>
                  <a:pt x="1003556" y="1249299"/>
                  <a:pt x="901352" y="1373600"/>
                  <a:pt x="771050" y="1462754"/>
                </a:cubicBezTo>
                <a:cubicBezTo>
                  <a:pt x="640749" y="1373696"/>
                  <a:pt x="538545" y="1249299"/>
                  <a:pt x="476347" y="1104233"/>
                </a:cubicBezTo>
                <a:cubicBezTo>
                  <a:pt x="570169" y="1067181"/>
                  <a:pt x="670181" y="1048226"/>
                  <a:pt x="771050" y="1048322"/>
                </a:cubicBezTo>
                <a:lnTo>
                  <a:pt x="771050" y="1048322"/>
                </a:lnTo>
                <a:close/>
                <a:moveTo>
                  <a:pt x="112206" y="362998"/>
                </a:moveTo>
                <a:cubicBezTo>
                  <a:pt x="170595" y="420053"/>
                  <a:pt x="236127" y="469392"/>
                  <a:pt x="307087" y="509873"/>
                </a:cubicBezTo>
                <a:cubicBezTo>
                  <a:pt x="283847" y="595027"/>
                  <a:pt x="272036" y="682943"/>
                  <a:pt x="272131" y="771144"/>
                </a:cubicBezTo>
                <a:cubicBezTo>
                  <a:pt x="272131" y="861632"/>
                  <a:pt x="284323" y="949262"/>
                  <a:pt x="307087" y="1032415"/>
                </a:cubicBezTo>
                <a:cubicBezTo>
                  <a:pt x="236127" y="1072896"/>
                  <a:pt x="170690" y="1122236"/>
                  <a:pt x="112206" y="1179386"/>
                </a:cubicBezTo>
                <a:cubicBezTo>
                  <a:pt x="38483" y="1056037"/>
                  <a:pt x="-284" y="914876"/>
                  <a:pt x="2" y="771144"/>
                </a:cubicBezTo>
                <a:cubicBezTo>
                  <a:pt x="2" y="626554"/>
                  <a:pt x="38388" y="491109"/>
                  <a:pt x="105253" y="374714"/>
                </a:cubicBezTo>
                <a:lnTo>
                  <a:pt x="112206" y="362998"/>
                </a:lnTo>
                <a:close/>
                <a:moveTo>
                  <a:pt x="1542099" y="771144"/>
                </a:moveTo>
                <a:cubicBezTo>
                  <a:pt x="1542099" y="920687"/>
                  <a:pt x="1501142" y="1060418"/>
                  <a:pt x="1429895" y="1179386"/>
                </a:cubicBezTo>
                <a:cubicBezTo>
                  <a:pt x="1371506" y="1122236"/>
                  <a:pt x="1305975" y="1072896"/>
                  <a:pt x="1235013" y="1032415"/>
                </a:cubicBezTo>
                <a:cubicBezTo>
                  <a:pt x="1258254" y="947261"/>
                  <a:pt x="1270065" y="859441"/>
                  <a:pt x="1269970" y="771144"/>
                </a:cubicBezTo>
                <a:cubicBezTo>
                  <a:pt x="1269970" y="680657"/>
                  <a:pt x="1257778" y="593027"/>
                  <a:pt x="1235013" y="509873"/>
                </a:cubicBezTo>
                <a:cubicBezTo>
                  <a:pt x="1305975" y="469392"/>
                  <a:pt x="1371412" y="420053"/>
                  <a:pt x="1429895" y="362903"/>
                </a:cubicBezTo>
                <a:cubicBezTo>
                  <a:pt x="1503619" y="486347"/>
                  <a:pt x="1542385" y="627412"/>
                  <a:pt x="1542099" y="771144"/>
                </a:cubicBezTo>
                <a:close/>
                <a:moveTo>
                  <a:pt x="1109759" y="569405"/>
                </a:moveTo>
                <a:cubicBezTo>
                  <a:pt x="1125571" y="633984"/>
                  <a:pt x="1133953" y="701612"/>
                  <a:pt x="1133953" y="771144"/>
                </a:cubicBezTo>
                <a:cubicBezTo>
                  <a:pt x="1133953" y="840677"/>
                  <a:pt x="1125571" y="908304"/>
                  <a:pt x="1109759" y="972884"/>
                </a:cubicBezTo>
                <a:cubicBezTo>
                  <a:pt x="1001746" y="931069"/>
                  <a:pt x="886875" y="909638"/>
                  <a:pt x="771050" y="909828"/>
                </a:cubicBezTo>
                <a:cubicBezTo>
                  <a:pt x="651797" y="909828"/>
                  <a:pt x="537593" y="932117"/>
                  <a:pt x="432341" y="972979"/>
                </a:cubicBezTo>
                <a:cubicBezTo>
                  <a:pt x="416244" y="906971"/>
                  <a:pt x="408148" y="839248"/>
                  <a:pt x="408148" y="771239"/>
                </a:cubicBezTo>
                <a:cubicBezTo>
                  <a:pt x="408148" y="701707"/>
                  <a:pt x="416530" y="634079"/>
                  <a:pt x="432341" y="569500"/>
                </a:cubicBezTo>
                <a:cubicBezTo>
                  <a:pt x="537593" y="610362"/>
                  <a:pt x="651703" y="632555"/>
                  <a:pt x="771050" y="632555"/>
                </a:cubicBezTo>
                <a:cubicBezTo>
                  <a:pt x="886779" y="632555"/>
                  <a:pt x="997745" y="611600"/>
                  <a:pt x="1100330" y="573024"/>
                </a:cubicBezTo>
                <a:lnTo>
                  <a:pt x="1109759" y="569405"/>
                </a:lnTo>
                <a:close/>
                <a:moveTo>
                  <a:pt x="771050" y="79629"/>
                </a:moveTo>
                <a:cubicBezTo>
                  <a:pt x="901352" y="168688"/>
                  <a:pt x="1003556" y="293084"/>
                  <a:pt x="1065754" y="438150"/>
                </a:cubicBezTo>
                <a:cubicBezTo>
                  <a:pt x="971933" y="475107"/>
                  <a:pt x="871920" y="494062"/>
                  <a:pt x="771050" y="493967"/>
                </a:cubicBezTo>
                <a:cubicBezTo>
                  <a:pt x="667133" y="493967"/>
                  <a:pt x="567787" y="474250"/>
                  <a:pt x="476347" y="438150"/>
                </a:cubicBezTo>
                <a:cubicBezTo>
                  <a:pt x="537593" y="295275"/>
                  <a:pt x="637700" y="172498"/>
                  <a:pt x="765240" y="83725"/>
                </a:cubicBezTo>
                <a:lnTo>
                  <a:pt x="771050" y="79629"/>
                </a:lnTo>
                <a:close/>
                <a:moveTo>
                  <a:pt x="623699" y="95"/>
                </a:moveTo>
                <a:lnTo>
                  <a:pt x="638558" y="6382"/>
                </a:lnTo>
                <a:cubicBezTo>
                  <a:pt x="514828" y="104966"/>
                  <a:pt x="417197" y="232410"/>
                  <a:pt x="353951" y="377381"/>
                </a:cubicBezTo>
                <a:cubicBezTo>
                  <a:pt x="295467" y="341852"/>
                  <a:pt x="241746" y="299276"/>
                  <a:pt x="193836" y="250412"/>
                </a:cubicBezTo>
                <a:cubicBezTo>
                  <a:pt x="304135" y="123730"/>
                  <a:pt x="454059" y="33528"/>
                  <a:pt x="623699" y="95"/>
                </a:cubicBezTo>
                <a:lnTo>
                  <a:pt x="623699" y="95"/>
                </a:lnTo>
                <a:close/>
                <a:moveTo>
                  <a:pt x="1348266" y="250412"/>
                </a:moveTo>
                <a:lnTo>
                  <a:pt x="1342550" y="256318"/>
                </a:lnTo>
                <a:cubicBezTo>
                  <a:pt x="1296164" y="302705"/>
                  <a:pt x="1244348" y="343281"/>
                  <a:pt x="1188245" y="377285"/>
                </a:cubicBezTo>
                <a:cubicBezTo>
                  <a:pt x="1125000" y="232315"/>
                  <a:pt x="1027273" y="104966"/>
                  <a:pt x="903544" y="6287"/>
                </a:cubicBezTo>
                <a:cubicBezTo>
                  <a:pt x="908401" y="4191"/>
                  <a:pt x="913354" y="2096"/>
                  <a:pt x="918307" y="0"/>
                </a:cubicBezTo>
                <a:cubicBezTo>
                  <a:pt x="1088043" y="33528"/>
                  <a:pt x="1237966" y="123730"/>
                  <a:pt x="1348266" y="250412"/>
                </a:cubicBezTo>
                <a:lnTo>
                  <a:pt x="1348266" y="25041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H="1">
            <a:off x="3374460" y="1843985"/>
            <a:ext cx="145205" cy="139320"/>
          </a:xfrm>
          <a:custGeom>
            <a:avLst/>
            <a:gdLst>
              <a:gd name="connsiteX0" fmla="*/ 13260 w 1489369"/>
              <a:gd name="connsiteY0" fmla="*/ 939772 h 1429000"/>
              <a:gd name="connsiteX1" fmla="*/ 269959 w 1489369"/>
              <a:gd name="connsiteY1" fmla="*/ 1063026 h 1429000"/>
              <a:gd name="connsiteX2" fmla="*/ 744685 w 1489369"/>
              <a:gd name="connsiteY2" fmla="*/ 1292959 h 1429000"/>
              <a:gd name="connsiteX3" fmla="*/ 1202456 w 1489369"/>
              <a:gd name="connsiteY3" fmla="*/ 1071122 h 1429000"/>
              <a:gd name="connsiteX4" fmla="*/ 1476205 w 1489369"/>
              <a:gd name="connsiteY4" fmla="*/ 939963 h 1429000"/>
              <a:gd name="connsiteX5" fmla="*/ 1412483 w 1489369"/>
              <a:gd name="connsiteY5" fmla="*/ 1120652 h 1429000"/>
              <a:gd name="connsiteX6" fmla="*/ 803930 w 1489369"/>
              <a:gd name="connsiteY6" fmla="*/ 1415356 h 1429000"/>
              <a:gd name="connsiteX7" fmla="*/ 685249 w 1489369"/>
              <a:gd name="connsiteY7" fmla="*/ 1415356 h 1429000"/>
              <a:gd name="connsiteX8" fmla="*/ 76792 w 1489369"/>
              <a:gd name="connsiteY8" fmla="*/ 1120747 h 1429000"/>
              <a:gd name="connsiteX9" fmla="*/ 13260 w 1489369"/>
              <a:gd name="connsiteY9" fmla="*/ 939772 h 1429000"/>
              <a:gd name="connsiteX10" fmla="*/ 1475633 w 1489369"/>
              <a:gd name="connsiteY10" fmla="*/ 655070 h 1429000"/>
              <a:gd name="connsiteX11" fmla="*/ 1412673 w 1489369"/>
              <a:gd name="connsiteY11" fmla="*/ 836902 h 1429000"/>
              <a:gd name="connsiteX12" fmla="*/ 1412578 w 1489369"/>
              <a:gd name="connsiteY12" fmla="*/ 836998 h 1429000"/>
              <a:gd name="connsiteX13" fmla="*/ 803930 w 1489369"/>
              <a:gd name="connsiteY13" fmla="*/ 1131701 h 1429000"/>
              <a:gd name="connsiteX14" fmla="*/ 685249 w 1489369"/>
              <a:gd name="connsiteY14" fmla="*/ 1131701 h 1429000"/>
              <a:gd name="connsiteX15" fmla="*/ 76792 w 1489369"/>
              <a:gd name="connsiteY15" fmla="*/ 836902 h 1429000"/>
              <a:gd name="connsiteX16" fmla="*/ 10498 w 1489369"/>
              <a:gd name="connsiteY16" fmla="*/ 662214 h 1429000"/>
              <a:gd name="connsiteX17" fmla="*/ 684487 w 1489369"/>
              <a:gd name="connsiteY17" fmla="*/ 980158 h 1429000"/>
              <a:gd name="connsiteX18" fmla="*/ 744590 w 1489369"/>
              <a:gd name="connsiteY18" fmla="*/ 1009305 h 1429000"/>
              <a:gd name="connsiteX19" fmla="*/ 1353142 w 1489369"/>
              <a:gd name="connsiteY19" fmla="*/ 714601 h 1429000"/>
              <a:gd name="connsiteX20" fmla="*/ 1475633 w 1489369"/>
              <a:gd name="connsiteY20" fmla="*/ 655070 h 1429000"/>
              <a:gd name="connsiteX21" fmla="*/ 1475633 w 1489369"/>
              <a:gd name="connsiteY21" fmla="*/ 655070 h 1429000"/>
              <a:gd name="connsiteX22" fmla="*/ 804026 w 1489369"/>
              <a:gd name="connsiteY22" fmla="*/ 13561 h 1429000"/>
              <a:gd name="connsiteX23" fmla="*/ 1412578 w 1489369"/>
              <a:gd name="connsiteY23" fmla="*/ 308265 h 1429000"/>
              <a:gd name="connsiteX24" fmla="*/ 1475729 w 1489369"/>
              <a:gd name="connsiteY24" fmla="*/ 490002 h 1429000"/>
              <a:gd name="connsiteX25" fmla="*/ 1412578 w 1489369"/>
              <a:gd name="connsiteY25" fmla="*/ 553153 h 1429000"/>
              <a:gd name="connsiteX26" fmla="*/ 804026 w 1489369"/>
              <a:gd name="connsiteY26" fmla="*/ 847856 h 1429000"/>
              <a:gd name="connsiteX27" fmla="*/ 685344 w 1489369"/>
              <a:gd name="connsiteY27" fmla="*/ 847856 h 1429000"/>
              <a:gd name="connsiteX28" fmla="*/ 76792 w 1489369"/>
              <a:gd name="connsiteY28" fmla="*/ 553153 h 1429000"/>
              <a:gd name="connsiteX29" fmla="*/ 13641 w 1489369"/>
              <a:gd name="connsiteY29" fmla="*/ 371416 h 1429000"/>
              <a:gd name="connsiteX30" fmla="*/ 76792 w 1489369"/>
              <a:gd name="connsiteY30" fmla="*/ 308265 h 1429000"/>
              <a:gd name="connsiteX31" fmla="*/ 685344 w 1489369"/>
              <a:gd name="connsiteY31" fmla="*/ 13657 h 1429000"/>
              <a:gd name="connsiteX32" fmla="*/ 804026 w 1489369"/>
              <a:gd name="connsiteY32" fmla="*/ 13561 h 1429000"/>
              <a:gd name="connsiteX33" fmla="*/ 804026 w 1489369"/>
              <a:gd name="connsiteY33" fmla="*/ 13561 h 1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89369" h="1429000">
                <a:moveTo>
                  <a:pt x="13260" y="939772"/>
                </a:moveTo>
                <a:lnTo>
                  <a:pt x="269959" y="1063026"/>
                </a:lnTo>
                <a:lnTo>
                  <a:pt x="744685" y="1292959"/>
                </a:lnTo>
                <a:lnTo>
                  <a:pt x="1202456" y="1071122"/>
                </a:lnTo>
                <a:lnTo>
                  <a:pt x="1476205" y="939963"/>
                </a:lnTo>
                <a:cubicBezTo>
                  <a:pt x="1508114" y="1007495"/>
                  <a:pt x="1479729" y="1088077"/>
                  <a:pt x="1412483" y="1120652"/>
                </a:cubicBezTo>
                <a:lnTo>
                  <a:pt x="803930" y="1415356"/>
                </a:lnTo>
                <a:cubicBezTo>
                  <a:pt x="766497" y="1433548"/>
                  <a:pt x="722777" y="1433548"/>
                  <a:pt x="685249" y="1415356"/>
                </a:cubicBezTo>
                <a:lnTo>
                  <a:pt x="76792" y="1120747"/>
                </a:lnTo>
                <a:cubicBezTo>
                  <a:pt x="9545" y="1088077"/>
                  <a:pt x="-18839" y="1007305"/>
                  <a:pt x="13260" y="939772"/>
                </a:cubicBezTo>
                <a:close/>
                <a:moveTo>
                  <a:pt x="1475633" y="655070"/>
                </a:moveTo>
                <a:cubicBezTo>
                  <a:pt x="1508495" y="722698"/>
                  <a:pt x="1480205" y="804041"/>
                  <a:pt x="1412673" y="836902"/>
                </a:cubicBezTo>
                <a:cubicBezTo>
                  <a:pt x="1412673" y="836902"/>
                  <a:pt x="1412578" y="836902"/>
                  <a:pt x="1412578" y="836998"/>
                </a:cubicBezTo>
                <a:lnTo>
                  <a:pt x="803930" y="1131701"/>
                </a:lnTo>
                <a:cubicBezTo>
                  <a:pt x="766497" y="1149894"/>
                  <a:pt x="722777" y="1149894"/>
                  <a:pt x="685249" y="1131701"/>
                </a:cubicBezTo>
                <a:lnTo>
                  <a:pt x="76792" y="836902"/>
                </a:lnTo>
                <a:cubicBezTo>
                  <a:pt x="11927" y="805470"/>
                  <a:pt x="-17220" y="728794"/>
                  <a:pt x="10498" y="662214"/>
                </a:cubicBezTo>
                <a:lnTo>
                  <a:pt x="684487" y="980158"/>
                </a:lnTo>
                <a:lnTo>
                  <a:pt x="744590" y="1009305"/>
                </a:lnTo>
                <a:lnTo>
                  <a:pt x="1353142" y="714601"/>
                </a:lnTo>
                <a:lnTo>
                  <a:pt x="1475633" y="655070"/>
                </a:lnTo>
                <a:lnTo>
                  <a:pt x="1475633" y="655070"/>
                </a:lnTo>
                <a:close/>
                <a:moveTo>
                  <a:pt x="804026" y="13561"/>
                </a:moveTo>
                <a:lnTo>
                  <a:pt x="1412578" y="308265"/>
                </a:lnTo>
                <a:cubicBezTo>
                  <a:pt x="1480205" y="341031"/>
                  <a:pt x="1508495" y="422374"/>
                  <a:pt x="1475729" y="490002"/>
                </a:cubicBezTo>
                <a:cubicBezTo>
                  <a:pt x="1462394" y="517529"/>
                  <a:pt x="1440105" y="539817"/>
                  <a:pt x="1412578" y="553153"/>
                </a:cubicBezTo>
                <a:lnTo>
                  <a:pt x="804026" y="847856"/>
                </a:lnTo>
                <a:cubicBezTo>
                  <a:pt x="766592" y="866049"/>
                  <a:pt x="722873" y="866049"/>
                  <a:pt x="685344" y="847856"/>
                </a:cubicBezTo>
                <a:lnTo>
                  <a:pt x="76792" y="553153"/>
                </a:lnTo>
                <a:cubicBezTo>
                  <a:pt x="9164" y="520387"/>
                  <a:pt x="-19125" y="439043"/>
                  <a:pt x="13641" y="371416"/>
                </a:cubicBezTo>
                <a:cubicBezTo>
                  <a:pt x="26976" y="343888"/>
                  <a:pt x="49265" y="321600"/>
                  <a:pt x="76792" y="308265"/>
                </a:cubicBezTo>
                <a:lnTo>
                  <a:pt x="685344" y="13657"/>
                </a:lnTo>
                <a:cubicBezTo>
                  <a:pt x="722873" y="-4536"/>
                  <a:pt x="766592" y="-4536"/>
                  <a:pt x="804026" y="13561"/>
                </a:cubicBezTo>
                <a:lnTo>
                  <a:pt x="804026" y="1356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1" name="图形 20"/>
          <p:cNvSpPr/>
          <p:nvPr/>
        </p:nvSpPr>
        <p:spPr>
          <a:xfrm>
            <a:off x="3254110" y="3249400"/>
            <a:ext cx="385904" cy="337627"/>
          </a:xfrm>
          <a:custGeom>
            <a:avLst/>
            <a:gdLst>
              <a:gd name="connsiteX0" fmla="*/ 275390 w 385904"/>
              <a:gd name="connsiteY0" fmla="*/ -482 h 337627"/>
              <a:gd name="connsiteX1" fmla="*/ 110357 w 385904"/>
              <a:gd name="connsiteY1" fmla="*/ -482 h 337627"/>
              <a:gd name="connsiteX2" fmla="*/ 86195 w 385904"/>
              <a:gd name="connsiteY2" fmla="*/ 13305 h 337627"/>
              <a:gd name="connsiteX3" fmla="*/ 3649 w 385904"/>
              <a:gd name="connsiteY3" fmla="*/ 154568 h 337627"/>
              <a:gd name="connsiteX4" fmla="*/ 3649 w 385904"/>
              <a:gd name="connsiteY4" fmla="*/ 182141 h 337627"/>
              <a:gd name="connsiteX5" fmla="*/ 86172 w 385904"/>
              <a:gd name="connsiteY5" fmla="*/ 323359 h 337627"/>
              <a:gd name="connsiteX6" fmla="*/ 110334 w 385904"/>
              <a:gd name="connsiteY6" fmla="*/ 337146 h 337627"/>
              <a:gd name="connsiteX7" fmla="*/ 275390 w 385904"/>
              <a:gd name="connsiteY7" fmla="*/ 337146 h 337627"/>
              <a:gd name="connsiteX8" fmla="*/ 299553 w 385904"/>
              <a:gd name="connsiteY8" fmla="*/ 323359 h 337627"/>
              <a:gd name="connsiteX9" fmla="*/ 382075 w 385904"/>
              <a:gd name="connsiteY9" fmla="*/ 182113 h 337627"/>
              <a:gd name="connsiteX10" fmla="*/ 382075 w 385904"/>
              <a:gd name="connsiteY10" fmla="*/ 154539 h 337627"/>
              <a:gd name="connsiteX11" fmla="*/ 299553 w 385904"/>
              <a:gd name="connsiteY11" fmla="*/ 13305 h 337627"/>
              <a:gd name="connsiteX12" fmla="*/ 275390 w 385904"/>
              <a:gd name="connsiteY12" fmla="*/ -482 h 33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904" h="337627">
                <a:moveTo>
                  <a:pt x="275390" y="-482"/>
                </a:moveTo>
                <a:lnTo>
                  <a:pt x="110357" y="-482"/>
                </a:lnTo>
                <a:cubicBezTo>
                  <a:pt x="100427" y="-501"/>
                  <a:pt x="91231" y="4746"/>
                  <a:pt x="86195" y="13305"/>
                </a:cubicBezTo>
                <a:lnTo>
                  <a:pt x="3649" y="154568"/>
                </a:lnTo>
                <a:cubicBezTo>
                  <a:pt x="-1339" y="163083"/>
                  <a:pt x="-1339" y="173627"/>
                  <a:pt x="3649" y="182141"/>
                </a:cubicBezTo>
                <a:lnTo>
                  <a:pt x="86172" y="323359"/>
                </a:lnTo>
                <a:cubicBezTo>
                  <a:pt x="91208" y="331918"/>
                  <a:pt x="100404" y="337165"/>
                  <a:pt x="110334" y="337146"/>
                </a:cubicBezTo>
                <a:lnTo>
                  <a:pt x="275390" y="337146"/>
                </a:lnTo>
                <a:cubicBezTo>
                  <a:pt x="285321" y="337165"/>
                  <a:pt x="294517" y="331918"/>
                  <a:pt x="299553" y="323359"/>
                </a:cubicBezTo>
                <a:lnTo>
                  <a:pt x="382075" y="182113"/>
                </a:lnTo>
                <a:cubicBezTo>
                  <a:pt x="387059" y="173597"/>
                  <a:pt x="387059" y="163055"/>
                  <a:pt x="382075" y="154539"/>
                </a:cubicBezTo>
                <a:lnTo>
                  <a:pt x="299553" y="13305"/>
                </a:lnTo>
                <a:cubicBezTo>
                  <a:pt x="294517" y="4746"/>
                  <a:pt x="285321" y="-501"/>
                  <a:pt x="275390" y="-48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  <a:effectLst>
            <a:outerShdw blurRad="127000" dist="101600" dir="5400000" algn="ctr" rotWithShape="0">
              <a:srgbClr val="5D6C91">
                <a:alpha val="15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713635" y="3202865"/>
            <a:ext cx="595035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工业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 flipH="1">
            <a:off x="3376310" y="3327360"/>
            <a:ext cx="141505" cy="155489"/>
          </a:xfrm>
          <a:custGeom>
            <a:avLst/>
            <a:gdLst>
              <a:gd name="connsiteX0" fmla="*/ 0 w 1451419"/>
              <a:gd name="connsiteY0" fmla="*/ 466809 h 1594854"/>
              <a:gd name="connsiteX1" fmla="*/ 669036 w 1451419"/>
              <a:gd name="connsiteY1" fmla="*/ 754368 h 1594854"/>
              <a:gd name="connsiteX2" fmla="*/ 669036 w 1451419"/>
              <a:gd name="connsiteY2" fmla="*/ 1594854 h 1594854"/>
              <a:gd name="connsiteX3" fmla="*/ 80867 w 1451419"/>
              <a:gd name="connsiteY3" fmla="*/ 1333774 h 1594854"/>
              <a:gd name="connsiteX4" fmla="*/ 0 w 1451419"/>
              <a:gd name="connsiteY4" fmla="*/ 1209377 h 1594854"/>
              <a:gd name="connsiteX5" fmla="*/ 0 w 1451419"/>
              <a:gd name="connsiteY5" fmla="*/ 466809 h 1594854"/>
              <a:gd name="connsiteX6" fmla="*/ 1451420 w 1451419"/>
              <a:gd name="connsiteY6" fmla="*/ 449473 h 1594854"/>
              <a:gd name="connsiteX7" fmla="*/ 1451420 w 1451419"/>
              <a:gd name="connsiteY7" fmla="*/ 1209377 h 1594854"/>
              <a:gd name="connsiteX8" fmla="*/ 1370552 w 1451419"/>
              <a:gd name="connsiteY8" fmla="*/ 1333774 h 1594854"/>
              <a:gd name="connsiteX9" fmla="*/ 805053 w 1451419"/>
              <a:gd name="connsiteY9" fmla="*/ 1584853 h 1594854"/>
              <a:gd name="connsiteX10" fmla="*/ 805053 w 1451419"/>
              <a:gd name="connsiteY10" fmla="*/ 747320 h 1594854"/>
              <a:gd name="connsiteX11" fmla="*/ 1451420 w 1451419"/>
              <a:gd name="connsiteY11" fmla="*/ 449473 h 1594854"/>
              <a:gd name="connsiteX12" fmla="*/ 1451420 w 1451419"/>
              <a:gd name="connsiteY12" fmla="*/ 449473 h 1594854"/>
              <a:gd name="connsiteX13" fmla="*/ 780955 w 1451419"/>
              <a:gd name="connsiteY13" fmla="*/ 11704 h 1594854"/>
              <a:gd name="connsiteX14" fmla="*/ 1370552 w 1451419"/>
              <a:gd name="connsiteY14" fmla="*/ 273546 h 1594854"/>
              <a:gd name="connsiteX15" fmla="*/ 1421892 w 1451419"/>
              <a:gd name="connsiteY15" fmla="*/ 313361 h 1594854"/>
              <a:gd name="connsiteX16" fmla="*/ 731425 w 1451419"/>
              <a:gd name="connsiteY16" fmla="*/ 633115 h 1594854"/>
              <a:gd name="connsiteX17" fmla="*/ 19812 w 1451419"/>
              <a:gd name="connsiteY17" fmla="*/ 327267 h 1594854"/>
              <a:gd name="connsiteX18" fmla="*/ 80772 w 1451419"/>
              <a:gd name="connsiteY18" fmla="*/ 273642 h 1594854"/>
              <a:gd name="connsiteX19" fmla="*/ 670370 w 1451419"/>
              <a:gd name="connsiteY19" fmla="*/ 11799 h 1594854"/>
              <a:gd name="connsiteX20" fmla="*/ 780955 w 1451419"/>
              <a:gd name="connsiteY20" fmla="*/ 11704 h 1594854"/>
              <a:gd name="connsiteX21" fmla="*/ 780955 w 1451419"/>
              <a:gd name="connsiteY21" fmla="*/ 11704 h 159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51419" h="1594854">
                <a:moveTo>
                  <a:pt x="0" y="466809"/>
                </a:moveTo>
                <a:lnTo>
                  <a:pt x="669036" y="754368"/>
                </a:lnTo>
                <a:lnTo>
                  <a:pt x="669036" y="1594854"/>
                </a:lnTo>
                <a:lnTo>
                  <a:pt x="80867" y="1333774"/>
                </a:lnTo>
                <a:cubicBezTo>
                  <a:pt x="31718" y="1311962"/>
                  <a:pt x="0" y="1263194"/>
                  <a:pt x="0" y="1209377"/>
                </a:cubicBezTo>
                <a:lnTo>
                  <a:pt x="0" y="466809"/>
                </a:lnTo>
                <a:close/>
                <a:moveTo>
                  <a:pt x="1451420" y="449473"/>
                </a:moveTo>
                <a:lnTo>
                  <a:pt x="1451420" y="1209377"/>
                </a:lnTo>
                <a:cubicBezTo>
                  <a:pt x="1451420" y="1263194"/>
                  <a:pt x="1419701" y="1311867"/>
                  <a:pt x="1370552" y="1333774"/>
                </a:cubicBezTo>
                <a:lnTo>
                  <a:pt x="805053" y="1584853"/>
                </a:lnTo>
                <a:lnTo>
                  <a:pt x="805053" y="747320"/>
                </a:lnTo>
                <a:lnTo>
                  <a:pt x="1451420" y="449473"/>
                </a:lnTo>
                <a:lnTo>
                  <a:pt x="1451420" y="449473"/>
                </a:lnTo>
                <a:close/>
                <a:moveTo>
                  <a:pt x="780955" y="11704"/>
                </a:moveTo>
                <a:lnTo>
                  <a:pt x="1370552" y="273546"/>
                </a:lnTo>
                <a:cubicBezTo>
                  <a:pt x="1391031" y="282595"/>
                  <a:pt x="1408557" y="296406"/>
                  <a:pt x="1421892" y="313361"/>
                </a:cubicBezTo>
                <a:lnTo>
                  <a:pt x="731425" y="633115"/>
                </a:lnTo>
                <a:lnTo>
                  <a:pt x="19812" y="327267"/>
                </a:lnTo>
                <a:cubicBezTo>
                  <a:pt x="33909" y="304026"/>
                  <a:pt x="54959" y="285071"/>
                  <a:pt x="80772" y="273642"/>
                </a:cubicBezTo>
                <a:lnTo>
                  <a:pt x="670370" y="11799"/>
                </a:lnTo>
                <a:cubicBezTo>
                  <a:pt x="705612" y="-3917"/>
                  <a:pt x="745807" y="-3917"/>
                  <a:pt x="780955" y="11704"/>
                </a:cubicBezTo>
                <a:lnTo>
                  <a:pt x="780955" y="117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1" name="图形 12"/>
          <p:cNvSpPr/>
          <p:nvPr/>
        </p:nvSpPr>
        <p:spPr>
          <a:xfrm rot="10800000" flipH="1">
            <a:off x="7959343" y="3628248"/>
            <a:ext cx="895975" cy="115610"/>
          </a:xfrm>
          <a:custGeom>
            <a:avLst/>
            <a:gdLst>
              <a:gd name="connsiteX0" fmla="*/ 895443 w 895975"/>
              <a:gd name="connsiteY0" fmla="*/ 57518 h 115610"/>
              <a:gd name="connsiteX1" fmla="*/ 791394 w 895975"/>
              <a:gd name="connsiteY1" fmla="*/ 115323 h 115610"/>
              <a:gd name="connsiteX2" fmla="*/ 791394 w 895975"/>
              <a:gd name="connsiteY2" fmla="*/ 80640 h 115610"/>
              <a:gd name="connsiteX3" fmla="*/ -532 w 895975"/>
              <a:gd name="connsiteY3" fmla="*/ 80640 h 115610"/>
              <a:gd name="connsiteX4" fmla="*/ -532 w 895975"/>
              <a:gd name="connsiteY4" fmla="*/ 34396 h 115610"/>
              <a:gd name="connsiteX5" fmla="*/ 791394 w 895975"/>
              <a:gd name="connsiteY5" fmla="*/ 34396 h 115610"/>
              <a:gd name="connsiteX6" fmla="*/ 791394 w 895975"/>
              <a:gd name="connsiteY6" fmla="*/ -287 h 115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5975" h="115610">
                <a:moveTo>
                  <a:pt x="895443" y="57518"/>
                </a:moveTo>
                <a:lnTo>
                  <a:pt x="791394" y="115323"/>
                </a:lnTo>
                <a:lnTo>
                  <a:pt x="791394" y="80640"/>
                </a:lnTo>
                <a:lnTo>
                  <a:pt x="-532" y="80640"/>
                </a:lnTo>
                <a:lnTo>
                  <a:pt x="-532" y="34396"/>
                </a:lnTo>
                <a:lnTo>
                  <a:pt x="791394" y="34396"/>
                </a:lnTo>
                <a:lnTo>
                  <a:pt x="791394" y="-287"/>
                </a:lnTo>
                <a:close/>
              </a:path>
            </a:pathLst>
          </a:custGeom>
          <a:gradFill>
            <a:gsLst>
              <a:gs pos="100000">
                <a:srgbClr val="98B7F4"/>
              </a:gs>
              <a:gs pos="0">
                <a:srgbClr val="D98F77">
                  <a:alpha val="0"/>
                </a:srgbClr>
              </a:gs>
            </a:gsLst>
            <a:lin ang="0" scaled="0"/>
          </a:gradFill>
          <a:ln w="57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9" name="图形 10"/>
          <p:cNvSpPr/>
          <p:nvPr/>
        </p:nvSpPr>
        <p:spPr>
          <a:xfrm>
            <a:off x="8697288" y="4879081"/>
            <a:ext cx="385904" cy="337627"/>
          </a:xfrm>
          <a:custGeom>
            <a:avLst/>
            <a:gdLst>
              <a:gd name="connsiteX0" fmla="*/ 275390 w 385904"/>
              <a:gd name="connsiteY0" fmla="*/ -234 h 337627"/>
              <a:gd name="connsiteX1" fmla="*/ 110357 w 385904"/>
              <a:gd name="connsiteY1" fmla="*/ -234 h 337627"/>
              <a:gd name="connsiteX2" fmla="*/ 86195 w 385904"/>
              <a:gd name="connsiteY2" fmla="*/ 13553 h 337627"/>
              <a:gd name="connsiteX3" fmla="*/ 3649 w 385904"/>
              <a:gd name="connsiteY3" fmla="*/ 154817 h 337627"/>
              <a:gd name="connsiteX4" fmla="*/ 3649 w 385904"/>
              <a:gd name="connsiteY4" fmla="*/ 182389 h 337627"/>
              <a:gd name="connsiteX5" fmla="*/ 86172 w 385904"/>
              <a:gd name="connsiteY5" fmla="*/ 323607 h 337627"/>
              <a:gd name="connsiteX6" fmla="*/ 110334 w 385904"/>
              <a:gd name="connsiteY6" fmla="*/ 337394 h 337627"/>
              <a:gd name="connsiteX7" fmla="*/ 275390 w 385904"/>
              <a:gd name="connsiteY7" fmla="*/ 337394 h 337627"/>
              <a:gd name="connsiteX8" fmla="*/ 299553 w 385904"/>
              <a:gd name="connsiteY8" fmla="*/ 323607 h 337627"/>
              <a:gd name="connsiteX9" fmla="*/ 382075 w 385904"/>
              <a:gd name="connsiteY9" fmla="*/ 182361 h 337627"/>
              <a:gd name="connsiteX10" fmla="*/ 382075 w 385904"/>
              <a:gd name="connsiteY10" fmla="*/ 154788 h 337627"/>
              <a:gd name="connsiteX11" fmla="*/ 299553 w 385904"/>
              <a:gd name="connsiteY11" fmla="*/ 13553 h 337627"/>
              <a:gd name="connsiteX12" fmla="*/ 275390 w 385904"/>
              <a:gd name="connsiteY12" fmla="*/ -234 h 33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904" h="337627">
                <a:moveTo>
                  <a:pt x="275390" y="-234"/>
                </a:moveTo>
                <a:lnTo>
                  <a:pt x="110357" y="-234"/>
                </a:lnTo>
                <a:cubicBezTo>
                  <a:pt x="100427" y="-253"/>
                  <a:pt x="91231" y="4994"/>
                  <a:pt x="86195" y="13553"/>
                </a:cubicBezTo>
                <a:lnTo>
                  <a:pt x="3649" y="154817"/>
                </a:lnTo>
                <a:cubicBezTo>
                  <a:pt x="-1339" y="163331"/>
                  <a:pt x="-1339" y="173875"/>
                  <a:pt x="3649" y="182389"/>
                </a:cubicBezTo>
                <a:lnTo>
                  <a:pt x="86172" y="323607"/>
                </a:lnTo>
                <a:cubicBezTo>
                  <a:pt x="91208" y="332166"/>
                  <a:pt x="100404" y="337413"/>
                  <a:pt x="110334" y="337394"/>
                </a:cubicBezTo>
                <a:lnTo>
                  <a:pt x="275390" y="337394"/>
                </a:lnTo>
                <a:cubicBezTo>
                  <a:pt x="285321" y="337413"/>
                  <a:pt x="294517" y="332166"/>
                  <a:pt x="299553" y="323607"/>
                </a:cubicBezTo>
                <a:lnTo>
                  <a:pt x="382075" y="182361"/>
                </a:lnTo>
                <a:cubicBezTo>
                  <a:pt x="387059" y="173845"/>
                  <a:pt x="387059" y="163303"/>
                  <a:pt x="382075" y="154788"/>
                </a:cubicBezTo>
                <a:lnTo>
                  <a:pt x="299553" y="13553"/>
                </a:lnTo>
                <a:cubicBezTo>
                  <a:pt x="294517" y="4994"/>
                  <a:pt x="285321" y="-253"/>
                  <a:pt x="275390" y="-234"/>
                </a:cubicBezTo>
                <a:close/>
              </a:path>
            </a:pathLst>
          </a:custGeom>
          <a:solidFill>
            <a:srgbClr val="669CE3"/>
          </a:solidFill>
          <a:ln w="9525" cap="flat">
            <a:noFill/>
            <a:prstDash val="solid"/>
            <a:miter/>
          </a:ln>
          <a:effectLst>
            <a:outerShdw blurRad="127000" dist="101600" dir="5400000" algn="ctr" rotWithShape="0">
              <a:srgbClr val="5D6C91">
                <a:alpha val="15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0" name="图形 26"/>
          <p:cNvSpPr/>
          <p:nvPr/>
        </p:nvSpPr>
        <p:spPr>
          <a:xfrm>
            <a:off x="8697295" y="1792958"/>
            <a:ext cx="385891" cy="337627"/>
          </a:xfrm>
          <a:custGeom>
            <a:avLst/>
            <a:gdLst>
              <a:gd name="connsiteX0" fmla="*/ 108696 w 385891"/>
              <a:gd name="connsiteY0" fmla="*/ -234 h 337627"/>
              <a:gd name="connsiteX1" fmla="*/ 273788 w 385891"/>
              <a:gd name="connsiteY1" fmla="*/ -234 h 337627"/>
              <a:gd name="connsiteX2" fmla="*/ 297951 w 385891"/>
              <a:gd name="connsiteY2" fmla="*/ 13553 h 337627"/>
              <a:gd name="connsiteX3" fmla="*/ 380438 w 385891"/>
              <a:gd name="connsiteY3" fmla="*/ 154799 h 337627"/>
              <a:gd name="connsiteX4" fmla="*/ 380438 w 385891"/>
              <a:gd name="connsiteY4" fmla="*/ 182372 h 337627"/>
              <a:gd name="connsiteX5" fmla="*/ 297950 w 385891"/>
              <a:gd name="connsiteY5" fmla="*/ 323607 h 337627"/>
              <a:gd name="connsiteX6" fmla="*/ 273787 w 385891"/>
              <a:gd name="connsiteY6" fmla="*/ 337393 h 337627"/>
              <a:gd name="connsiteX7" fmla="*/ 108696 w 385891"/>
              <a:gd name="connsiteY7" fmla="*/ 337393 h 337627"/>
              <a:gd name="connsiteX8" fmla="*/ 84534 w 385891"/>
              <a:gd name="connsiteY8" fmla="*/ 323607 h 337627"/>
              <a:gd name="connsiteX9" fmla="*/ 2046 w 385891"/>
              <a:gd name="connsiteY9" fmla="*/ 182360 h 337627"/>
              <a:gd name="connsiteX10" fmla="*/ 2046 w 385891"/>
              <a:gd name="connsiteY10" fmla="*/ 154787 h 337627"/>
              <a:gd name="connsiteX11" fmla="*/ 84534 w 385891"/>
              <a:gd name="connsiteY11" fmla="*/ 13541 h 337627"/>
              <a:gd name="connsiteX12" fmla="*/ 108697 w 385891"/>
              <a:gd name="connsiteY12" fmla="*/ -234 h 337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891" h="337627">
                <a:moveTo>
                  <a:pt x="108696" y="-234"/>
                </a:moveTo>
                <a:lnTo>
                  <a:pt x="273788" y="-234"/>
                </a:lnTo>
                <a:cubicBezTo>
                  <a:pt x="283718" y="-252"/>
                  <a:pt x="292913" y="4995"/>
                  <a:pt x="297951" y="13553"/>
                </a:cubicBezTo>
                <a:lnTo>
                  <a:pt x="380438" y="154799"/>
                </a:lnTo>
                <a:cubicBezTo>
                  <a:pt x="385467" y="163302"/>
                  <a:pt x="385467" y="173869"/>
                  <a:pt x="380438" y="182372"/>
                </a:cubicBezTo>
                <a:lnTo>
                  <a:pt x="297950" y="323607"/>
                </a:lnTo>
                <a:cubicBezTo>
                  <a:pt x="292913" y="332165"/>
                  <a:pt x="283717" y="337411"/>
                  <a:pt x="273787" y="337393"/>
                </a:cubicBezTo>
                <a:lnTo>
                  <a:pt x="108696" y="337393"/>
                </a:lnTo>
                <a:cubicBezTo>
                  <a:pt x="98770" y="337398"/>
                  <a:pt x="89581" y="332155"/>
                  <a:pt x="84534" y="323607"/>
                </a:cubicBezTo>
                <a:lnTo>
                  <a:pt x="2046" y="182360"/>
                </a:lnTo>
                <a:cubicBezTo>
                  <a:pt x="-2925" y="173842"/>
                  <a:pt x="-2925" y="163306"/>
                  <a:pt x="2046" y="154787"/>
                </a:cubicBezTo>
                <a:lnTo>
                  <a:pt x="84534" y="13541"/>
                </a:lnTo>
                <a:cubicBezTo>
                  <a:pt x="89584" y="4998"/>
                  <a:pt x="98773" y="-240"/>
                  <a:pt x="108697" y="-234"/>
                </a:cubicBezTo>
                <a:close/>
              </a:path>
            </a:pathLst>
          </a:custGeom>
          <a:solidFill>
            <a:srgbClr val="7D66DB"/>
          </a:solidFill>
          <a:ln w="9525" cap="flat">
            <a:noFill/>
            <a:prstDash val="solid"/>
            <a:miter/>
          </a:ln>
          <a:effectLst>
            <a:outerShdw blurRad="127000" dist="101600" dir="5400000" algn="ctr" rotWithShape="0">
              <a:srgbClr val="5D6C91">
                <a:alpha val="15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088581" y="1760592"/>
            <a:ext cx="595035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交通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088581" y="4818754"/>
            <a:ext cx="595035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建筑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任意多边形: 形状 47"/>
          <p:cNvSpPr/>
          <p:nvPr/>
        </p:nvSpPr>
        <p:spPr>
          <a:xfrm flipH="1">
            <a:off x="8810700" y="4963219"/>
            <a:ext cx="159080" cy="169351"/>
          </a:xfrm>
          <a:custGeom>
            <a:avLst/>
            <a:gdLst>
              <a:gd name="connsiteX0" fmla="*/ 1054513 w 1405985"/>
              <a:gd name="connsiteY0" fmla="*/ 0 h 1496758"/>
              <a:gd name="connsiteX1" fmla="*/ 1318165 w 1405985"/>
              <a:gd name="connsiteY1" fmla="*/ 264128 h 1496758"/>
              <a:gd name="connsiteX2" fmla="*/ 1318165 w 1405985"/>
              <a:gd name="connsiteY2" fmla="*/ 264128 h 1496758"/>
              <a:gd name="connsiteX3" fmla="*/ 1054513 w 1405985"/>
              <a:gd name="connsiteY3" fmla="*/ 528256 h 1496758"/>
              <a:gd name="connsiteX4" fmla="*/ 1054513 w 1405985"/>
              <a:gd name="connsiteY4" fmla="*/ 528256 h 1496758"/>
              <a:gd name="connsiteX5" fmla="*/ 866870 w 1405985"/>
              <a:gd name="connsiteY5" fmla="*/ 449675 h 1496758"/>
              <a:gd name="connsiteX6" fmla="*/ 683133 w 1405985"/>
              <a:gd name="connsiteY6" fmla="*/ 587692 h 1496758"/>
              <a:gd name="connsiteX7" fmla="*/ 702850 w 1405985"/>
              <a:gd name="connsiteY7" fmla="*/ 699706 h 1496758"/>
              <a:gd name="connsiteX8" fmla="*/ 1004697 w 1405985"/>
              <a:gd name="connsiteY8" fmla="*/ 800481 h 1496758"/>
              <a:gd name="connsiteX9" fmla="*/ 1186243 w 1405985"/>
              <a:gd name="connsiteY9" fmla="*/ 704374 h 1496758"/>
              <a:gd name="connsiteX10" fmla="*/ 1405985 w 1405985"/>
              <a:gd name="connsiteY10" fmla="*/ 924401 h 1496758"/>
              <a:gd name="connsiteX11" fmla="*/ 1405985 w 1405985"/>
              <a:gd name="connsiteY11" fmla="*/ 924401 h 1496758"/>
              <a:gd name="connsiteX12" fmla="*/ 1186339 w 1405985"/>
              <a:gd name="connsiteY12" fmla="*/ 1144524 h 1496758"/>
              <a:gd name="connsiteX13" fmla="*/ 1186339 w 1405985"/>
              <a:gd name="connsiteY13" fmla="*/ 1144524 h 1496758"/>
              <a:gd name="connsiteX14" fmla="*/ 966692 w 1405985"/>
              <a:gd name="connsiteY14" fmla="*/ 926497 h 1496758"/>
              <a:gd name="connsiteX15" fmla="*/ 679609 w 1405985"/>
              <a:gd name="connsiteY15" fmla="*/ 831056 h 1496758"/>
              <a:gd name="connsiteX16" fmla="*/ 588740 w 1405985"/>
              <a:gd name="connsiteY16" fmla="*/ 964216 h 1496758"/>
              <a:gd name="connsiteX17" fmla="*/ 724852 w 1405985"/>
              <a:gd name="connsiteY17" fmla="*/ 1145953 h 1496758"/>
              <a:gd name="connsiteX18" fmla="*/ 921353 w 1405985"/>
              <a:gd name="connsiteY18" fmla="*/ 1298543 h 1496758"/>
              <a:gd name="connsiteX19" fmla="*/ 922687 w 1405985"/>
              <a:gd name="connsiteY19" fmla="*/ 1320641 h 1496758"/>
              <a:gd name="connsiteX20" fmla="*/ 746950 w 1405985"/>
              <a:gd name="connsiteY20" fmla="*/ 1496758 h 1496758"/>
              <a:gd name="connsiteX21" fmla="*/ 571215 w 1405985"/>
              <a:gd name="connsiteY21" fmla="*/ 1320641 h 1496758"/>
              <a:gd name="connsiteX22" fmla="*/ 609029 w 1405985"/>
              <a:gd name="connsiteY22" fmla="*/ 1211485 h 1496758"/>
              <a:gd name="connsiteX23" fmla="*/ 475965 w 1405985"/>
              <a:gd name="connsiteY23" fmla="*/ 1033748 h 1496758"/>
              <a:gd name="connsiteX24" fmla="*/ 351473 w 1405985"/>
              <a:gd name="connsiteY24" fmla="*/ 1056513 h 1496758"/>
              <a:gd name="connsiteX25" fmla="*/ 0 w 1405985"/>
              <a:gd name="connsiteY25" fmla="*/ 704279 h 1496758"/>
              <a:gd name="connsiteX26" fmla="*/ 351473 w 1405985"/>
              <a:gd name="connsiteY26" fmla="*/ 352139 h 1496758"/>
              <a:gd name="connsiteX27" fmla="*/ 616363 w 1405985"/>
              <a:gd name="connsiteY27" fmla="*/ 472821 h 1496758"/>
              <a:gd name="connsiteX28" fmla="*/ 800386 w 1405985"/>
              <a:gd name="connsiteY28" fmla="*/ 334613 h 1496758"/>
              <a:gd name="connsiteX29" fmla="*/ 790861 w 1405985"/>
              <a:gd name="connsiteY29" fmla="*/ 264128 h 1496758"/>
              <a:gd name="connsiteX30" fmla="*/ 1054513 w 1405985"/>
              <a:gd name="connsiteY30" fmla="*/ 0 h 1496758"/>
              <a:gd name="connsiteX31" fmla="*/ 1054513 w 1405985"/>
              <a:gd name="connsiteY31" fmla="*/ 0 h 1496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05985" h="1496758">
                <a:moveTo>
                  <a:pt x="1054513" y="0"/>
                </a:moveTo>
                <a:cubicBezTo>
                  <a:pt x="1200245" y="95"/>
                  <a:pt x="1318260" y="118396"/>
                  <a:pt x="1318165" y="264128"/>
                </a:cubicBezTo>
                <a:cubicBezTo>
                  <a:pt x="1318165" y="264128"/>
                  <a:pt x="1318165" y="264128"/>
                  <a:pt x="1318165" y="264128"/>
                </a:cubicBezTo>
                <a:cubicBezTo>
                  <a:pt x="1318260" y="409861"/>
                  <a:pt x="1200245" y="528161"/>
                  <a:pt x="1054513" y="528256"/>
                </a:cubicBezTo>
                <a:cubicBezTo>
                  <a:pt x="1054513" y="528256"/>
                  <a:pt x="1054513" y="528256"/>
                  <a:pt x="1054513" y="528256"/>
                </a:cubicBezTo>
                <a:cubicBezTo>
                  <a:pt x="983932" y="528352"/>
                  <a:pt x="916400" y="500063"/>
                  <a:pt x="866870" y="449675"/>
                </a:cubicBezTo>
                <a:lnTo>
                  <a:pt x="683133" y="587692"/>
                </a:lnTo>
                <a:cubicBezTo>
                  <a:pt x="695706" y="623697"/>
                  <a:pt x="702373" y="661511"/>
                  <a:pt x="702850" y="699706"/>
                </a:cubicBezTo>
                <a:lnTo>
                  <a:pt x="1004697" y="800481"/>
                </a:lnTo>
                <a:cubicBezTo>
                  <a:pt x="1045559" y="740378"/>
                  <a:pt x="1113568" y="704374"/>
                  <a:pt x="1186243" y="704374"/>
                </a:cubicBezTo>
                <a:cubicBezTo>
                  <a:pt x="1307687" y="704469"/>
                  <a:pt x="1406081" y="802957"/>
                  <a:pt x="1405985" y="924401"/>
                </a:cubicBezTo>
                <a:cubicBezTo>
                  <a:pt x="1405985" y="924401"/>
                  <a:pt x="1405985" y="924401"/>
                  <a:pt x="1405985" y="924401"/>
                </a:cubicBezTo>
                <a:cubicBezTo>
                  <a:pt x="1406081" y="1045845"/>
                  <a:pt x="1307782" y="1144429"/>
                  <a:pt x="1186339" y="1144524"/>
                </a:cubicBezTo>
                <a:cubicBezTo>
                  <a:pt x="1186339" y="1144524"/>
                  <a:pt x="1186339" y="1144524"/>
                  <a:pt x="1186339" y="1144524"/>
                </a:cubicBezTo>
                <a:cubicBezTo>
                  <a:pt x="1065752" y="1144429"/>
                  <a:pt x="967740" y="1047083"/>
                  <a:pt x="966692" y="926497"/>
                </a:cubicBezTo>
                <a:lnTo>
                  <a:pt x="679609" y="831056"/>
                </a:lnTo>
                <a:cubicBezTo>
                  <a:pt x="659987" y="881824"/>
                  <a:pt x="628936" y="927449"/>
                  <a:pt x="588740" y="964216"/>
                </a:cubicBezTo>
                <a:lnTo>
                  <a:pt x="724852" y="1145953"/>
                </a:lnTo>
                <a:cubicBezTo>
                  <a:pt x="821246" y="1133856"/>
                  <a:pt x="909257" y="1202150"/>
                  <a:pt x="921353" y="1298543"/>
                </a:cubicBezTo>
                <a:cubicBezTo>
                  <a:pt x="922306" y="1305878"/>
                  <a:pt x="922782" y="1313212"/>
                  <a:pt x="922687" y="1320641"/>
                </a:cubicBezTo>
                <a:cubicBezTo>
                  <a:pt x="922782" y="1417796"/>
                  <a:pt x="844105" y="1496663"/>
                  <a:pt x="746950" y="1496758"/>
                </a:cubicBezTo>
                <a:cubicBezTo>
                  <a:pt x="649796" y="1496663"/>
                  <a:pt x="571119" y="1417796"/>
                  <a:pt x="571215" y="1320641"/>
                </a:cubicBezTo>
                <a:cubicBezTo>
                  <a:pt x="571215" y="1279398"/>
                  <a:pt x="585407" y="1241489"/>
                  <a:pt x="609029" y="1211485"/>
                </a:cubicBezTo>
                <a:lnTo>
                  <a:pt x="475965" y="1033748"/>
                </a:lnTo>
                <a:cubicBezTo>
                  <a:pt x="436150" y="1048798"/>
                  <a:pt x="393954" y="1056513"/>
                  <a:pt x="351473" y="1056513"/>
                </a:cubicBezTo>
                <a:cubicBezTo>
                  <a:pt x="157353" y="1056513"/>
                  <a:pt x="0" y="898874"/>
                  <a:pt x="0" y="704279"/>
                </a:cubicBezTo>
                <a:cubicBezTo>
                  <a:pt x="0" y="509778"/>
                  <a:pt x="157353" y="352139"/>
                  <a:pt x="351473" y="352139"/>
                </a:cubicBezTo>
                <a:cubicBezTo>
                  <a:pt x="457200" y="352139"/>
                  <a:pt x="551974" y="398812"/>
                  <a:pt x="616363" y="472821"/>
                </a:cubicBezTo>
                <a:lnTo>
                  <a:pt x="800386" y="334613"/>
                </a:lnTo>
                <a:cubicBezTo>
                  <a:pt x="794099" y="311658"/>
                  <a:pt x="790861" y="287941"/>
                  <a:pt x="790861" y="264128"/>
                </a:cubicBezTo>
                <a:cubicBezTo>
                  <a:pt x="790670" y="118396"/>
                  <a:pt x="908685" y="190"/>
                  <a:pt x="1054513" y="0"/>
                </a:cubicBezTo>
                <a:cubicBezTo>
                  <a:pt x="1054513" y="0"/>
                  <a:pt x="1054513" y="0"/>
                  <a:pt x="105451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/>
        </p:nvSpPr>
        <p:spPr>
          <a:xfrm flipH="1">
            <a:off x="8815067" y="1886589"/>
            <a:ext cx="150346" cy="150364"/>
          </a:xfrm>
          <a:custGeom>
            <a:avLst/>
            <a:gdLst>
              <a:gd name="connsiteX0" fmla="*/ 353856 w 1542100"/>
              <a:gd name="connsiteY0" fmla="*/ 1165003 h 1542288"/>
              <a:gd name="connsiteX1" fmla="*/ 638558 w 1542100"/>
              <a:gd name="connsiteY1" fmla="*/ 1535906 h 1542288"/>
              <a:gd name="connsiteX2" fmla="*/ 623794 w 1542100"/>
              <a:gd name="connsiteY2" fmla="*/ 1542193 h 1542288"/>
              <a:gd name="connsiteX3" fmla="*/ 193836 w 1542100"/>
              <a:gd name="connsiteY3" fmla="*/ 1291781 h 1542288"/>
              <a:gd name="connsiteX4" fmla="*/ 346997 w 1542100"/>
              <a:gd name="connsiteY4" fmla="*/ 1169099 h 1542288"/>
              <a:gd name="connsiteX5" fmla="*/ 353856 w 1542100"/>
              <a:gd name="connsiteY5" fmla="*/ 1165003 h 1542288"/>
              <a:gd name="connsiteX6" fmla="*/ 1188245 w 1542100"/>
              <a:gd name="connsiteY6" fmla="*/ 1165003 h 1542288"/>
              <a:gd name="connsiteX7" fmla="*/ 1348266 w 1542100"/>
              <a:gd name="connsiteY7" fmla="*/ 1291876 h 1542288"/>
              <a:gd name="connsiteX8" fmla="*/ 918307 w 1542100"/>
              <a:gd name="connsiteY8" fmla="*/ 1542288 h 1542288"/>
              <a:gd name="connsiteX9" fmla="*/ 903544 w 1542100"/>
              <a:gd name="connsiteY9" fmla="*/ 1536002 h 1542288"/>
              <a:gd name="connsiteX10" fmla="*/ 1183197 w 1542100"/>
              <a:gd name="connsiteY10" fmla="*/ 1176433 h 1542288"/>
              <a:gd name="connsiteX11" fmla="*/ 1188245 w 1542100"/>
              <a:gd name="connsiteY11" fmla="*/ 1165003 h 1542288"/>
              <a:gd name="connsiteX12" fmla="*/ 771050 w 1542100"/>
              <a:gd name="connsiteY12" fmla="*/ 1048322 h 1542288"/>
              <a:gd name="connsiteX13" fmla="*/ 1065754 w 1542100"/>
              <a:gd name="connsiteY13" fmla="*/ 1104233 h 1542288"/>
              <a:gd name="connsiteX14" fmla="*/ 771050 w 1542100"/>
              <a:gd name="connsiteY14" fmla="*/ 1462754 h 1542288"/>
              <a:gd name="connsiteX15" fmla="*/ 476347 w 1542100"/>
              <a:gd name="connsiteY15" fmla="*/ 1104233 h 1542288"/>
              <a:gd name="connsiteX16" fmla="*/ 771050 w 1542100"/>
              <a:gd name="connsiteY16" fmla="*/ 1048322 h 1542288"/>
              <a:gd name="connsiteX17" fmla="*/ 771050 w 1542100"/>
              <a:gd name="connsiteY17" fmla="*/ 1048322 h 1542288"/>
              <a:gd name="connsiteX18" fmla="*/ 112206 w 1542100"/>
              <a:gd name="connsiteY18" fmla="*/ 362998 h 1542288"/>
              <a:gd name="connsiteX19" fmla="*/ 307087 w 1542100"/>
              <a:gd name="connsiteY19" fmla="*/ 509873 h 1542288"/>
              <a:gd name="connsiteX20" fmla="*/ 272131 w 1542100"/>
              <a:gd name="connsiteY20" fmla="*/ 771144 h 1542288"/>
              <a:gd name="connsiteX21" fmla="*/ 307087 w 1542100"/>
              <a:gd name="connsiteY21" fmla="*/ 1032415 h 1542288"/>
              <a:gd name="connsiteX22" fmla="*/ 112206 w 1542100"/>
              <a:gd name="connsiteY22" fmla="*/ 1179386 h 1542288"/>
              <a:gd name="connsiteX23" fmla="*/ 2 w 1542100"/>
              <a:gd name="connsiteY23" fmla="*/ 771144 h 1542288"/>
              <a:gd name="connsiteX24" fmla="*/ 105253 w 1542100"/>
              <a:gd name="connsiteY24" fmla="*/ 374714 h 1542288"/>
              <a:gd name="connsiteX25" fmla="*/ 112206 w 1542100"/>
              <a:gd name="connsiteY25" fmla="*/ 362998 h 1542288"/>
              <a:gd name="connsiteX26" fmla="*/ 1542099 w 1542100"/>
              <a:gd name="connsiteY26" fmla="*/ 771144 h 1542288"/>
              <a:gd name="connsiteX27" fmla="*/ 1429895 w 1542100"/>
              <a:gd name="connsiteY27" fmla="*/ 1179386 h 1542288"/>
              <a:gd name="connsiteX28" fmla="*/ 1235013 w 1542100"/>
              <a:gd name="connsiteY28" fmla="*/ 1032415 h 1542288"/>
              <a:gd name="connsiteX29" fmla="*/ 1269970 w 1542100"/>
              <a:gd name="connsiteY29" fmla="*/ 771144 h 1542288"/>
              <a:gd name="connsiteX30" fmla="*/ 1235013 w 1542100"/>
              <a:gd name="connsiteY30" fmla="*/ 509873 h 1542288"/>
              <a:gd name="connsiteX31" fmla="*/ 1429895 w 1542100"/>
              <a:gd name="connsiteY31" fmla="*/ 362903 h 1542288"/>
              <a:gd name="connsiteX32" fmla="*/ 1542099 w 1542100"/>
              <a:gd name="connsiteY32" fmla="*/ 771144 h 1542288"/>
              <a:gd name="connsiteX33" fmla="*/ 1109759 w 1542100"/>
              <a:gd name="connsiteY33" fmla="*/ 569405 h 1542288"/>
              <a:gd name="connsiteX34" fmla="*/ 1133953 w 1542100"/>
              <a:gd name="connsiteY34" fmla="*/ 771144 h 1542288"/>
              <a:gd name="connsiteX35" fmla="*/ 1109759 w 1542100"/>
              <a:gd name="connsiteY35" fmla="*/ 972884 h 1542288"/>
              <a:gd name="connsiteX36" fmla="*/ 771050 w 1542100"/>
              <a:gd name="connsiteY36" fmla="*/ 909828 h 1542288"/>
              <a:gd name="connsiteX37" fmla="*/ 432341 w 1542100"/>
              <a:gd name="connsiteY37" fmla="*/ 972979 h 1542288"/>
              <a:gd name="connsiteX38" fmla="*/ 408148 w 1542100"/>
              <a:gd name="connsiteY38" fmla="*/ 771239 h 1542288"/>
              <a:gd name="connsiteX39" fmla="*/ 432341 w 1542100"/>
              <a:gd name="connsiteY39" fmla="*/ 569500 h 1542288"/>
              <a:gd name="connsiteX40" fmla="*/ 771050 w 1542100"/>
              <a:gd name="connsiteY40" fmla="*/ 632555 h 1542288"/>
              <a:gd name="connsiteX41" fmla="*/ 1100330 w 1542100"/>
              <a:gd name="connsiteY41" fmla="*/ 573024 h 1542288"/>
              <a:gd name="connsiteX42" fmla="*/ 1109759 w 1542100"/>
              <a:gd name="connsiteY42" fmla="*/ 569405 h 1542288"/>
              <a:gd name="connsiteX43" fmla="*/ 771050 w 1542100"/>
              <a:gd name="connsiteY43" fmla="*/ 79629 h 1542288"/>
              <a:gd name="connsiteX44" fmla="*/ 1065754 w 1542100"/>
              <a:gd name="connsiteY44" fmla="*/ 438150 h 1542288"/>
              <a:gd name="connsiteX45" fmla="*/ 771050 w 1542100"/>
              <a:gd name="connsiteY45" fmla="*/ 493967 h 1542288"/>
              <a:gd name="connsiteX46" fmla="*/ 476347 w 1542100"/>
              <a:gd name="connsiteY46" fmla="*/ 438150 h 1542288"/>
              <a:gd name="connsiteX47" fmla="*/ 765240 w 1542100"/>
              <a:gd name="connsiteY47" fmla="*/ 83725 h 1542288"/>
              <a:gd name="connsiteX48" fmla="*/ 771050 w 1542100"/>
              <a:gd name="connsiteY48" fmla="*/ 79629 h 1542288"/>
              <a:gd name="connsiteX49" fmla="*/ 623699 w 1542100"/>
              <a:gd name="connsiteY49" fmla="*/ 95 h 1542288"/>
              <a:gd name="connsiteX50" fmla="*/ 638558 w 1542100"/>
              <a:gd name="connsiteY50" fmla="*/ 6382 h 1542288"/>
              <a:gd name="connsiteX51" fmla="*/ 353951 w 1542100"/>
              <a:gd name="connsiteY51" fmla="*/ 377381 h 1542288"/>
              <a:gd name="connsiteX52" fmla="*/ 193836 w 1542100"/>
              <a:gd name="connsiteY52" fmla="*/ 250412 h 1542288"/>
              <a:gd name="connsiteX53" fmla="*/ 623699 w 1542100"/>
              <a:gd name="connsiteY53" fmla="*/ 95 h 1542288"/>
              <a:gd name="connsiteX54" fmla="*/ 623699 w 1542100"/>
              <a:gd name="connsiteY54" fmla="*/ 95 h 1542288"/>
              <a:gd name="connsiteX55" fmla="*/ 1348266 w 1542100"/>
              <a:gd name="connsiteY55" fmla="*/ 250412 h 1542288"/>
              <a:gd name="connsiteX56" fmla="*/ 1342550 w 1542100"/>
              <a:gd name="connsiteY56" fmla="*/ 256318 h 1542288"/>
              <a:gd name="connsiteX57" fmla="*/ 1188245 w 1542100"/>
              <a:gd name="connsiteY57" fmla="*/ 377285 h 1542288"/>
              <a:gd name="connsiteX58" fmla="*/ 903544 w 1542100"/>
              <a:gd name="connsiteY58" fmla="*/ 6287 h 1542288"/>
              <a:gd name="connsiteX59" fmla="*/ 918307 w 1542100"/>
              <a:gd name="connsiteY59" fmla="*/ 0 h 1542288"/>
              <a:gd name="connsiteX60" fmla="*/ 1348266 w 1542100"/>
              <a:gd name="connsiteY60" fmla="*/ 250412 h 1542288"/>
              <a:gd name="connsiteX61" fmla="*/ 1348266 w 1542100"/>
              <a:gd name="connsiteY61" fmla="*/ 250412 h 154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542100" h="1542288">
                <a:moveTo>
                  <a:pt x="353856" y="1165003"/>
                </a:moveTo>
                <a:cubicBezTo>
                  <a:pt x="417102" y="1309973"/>
                  <a:pt x="514828" y="1437323"/>
                  <a:pt x="638558" y="1535906"/>
                </a:cubicBezTo>
                <a:cubicBezTo>
                  <a:pt x="633700" y="1538002"/>
                  <a:pt x="628747" y="1540193"/>
                  <a:pt x="623794" y="1542193"/>
                </a:cubicBezTo>
                <a:cubicBezTo>
                  <a:pt x="454059" y="1508760"/>
                  <a:pt x="304135" y="1418558"/>
                  <a:pt x="193836" y="1291781"/>
                </a:cubicBezTo>
                <a:cubicBezTo>
                  <a:pt x="239841" y="1244918"/>
                  <a:pt x="291181" y="1203770"/>
                  <a:pt x="346997" y="1169099"/>
                </a:cubicBezTo>
                <a:lnTo>
                  <a:pt x="353856" y="1165003"/>
                </a:lnTo>
                <a:close/>
                <a:moveTo>
                  <a:pt x="1188245" y="1165003"/>
                </a:moveTo>
                <a:cubicBezTo>
                  <a:pt x="1246634" y="1200436"/>
                  <a:pt x="1300450" y="1243108"/>
                  <a:pt x="1348266" y="1291876"/>
                </a:cubicBezTo>
                <a:cubicBezTo>
                  <a:pt x="1237966" y="1418653"/>
                  <a:pt x="1088138" y="1508760"/>
                  <a:pt x="918307" y="1542288"/>
                </a:cubicBezTo>
                <a:lnTo>
                  <a:pt x="903544" y="1536002"/>
                </a:lnTo>
                <a:cubicBezTo>
                  <a:pt x="1023939" y="1439990"/>
                  <a:pt x="1119761" y="1316736"/>
                  <a:pt x="1183197" y="1176433"/>
                </a:cubicBezTo>
                <a:lnTo>
                  <a:pt x="1188245" y="1165003"/>
                </a:lnTo>
                <a:close/>
                <a:moveTo>
                  <a:pt x="771050" y="1048322"/>
                </a:moveTo>
                <a:cubicBezTo>
                  <a:pt x="874969" y="1048322"/>
                  <a:pt x="974314" y="1068134"/>
                  <a:pt x="1065754" y="1104233"/>
                </a:cubicBezTo>
                <a:cubicBezTo>
                  <a:pt x="1003556" y="1249299"/>
                  <a:pt x="901352" y="1373600"/>
                  <a:pt x="771050" y="1462754"/>
                </a:cubicBezTo>
                <a:cubicBezTo>
                  <a:pt x="640749" y="1373696"/>
                  <a:pt x="538545" y="1249299"/>
                  <a:pt x="476347" y="1104233"/>
                </a:cubicBezTo>
                <a:cubicBezTo>
                  <a:pt x="570169" y="1067181"/>
                  <a:pt x="670181" y="1048226"/>
                  <a:pt x="771050" y="1048322"/>
                </a:cubicBezTo>
                <a:lnTo>
                  <a:pt x="771050" y="1048322"/>
                </a:lnTo>
                <a:close/>
                <a:moveTo>
                  <a:pt x="112206" y="362998"/>
                </a:moveTo>
                <a:cubicBezTo>
                  <a:pt x="170595" y="420053"/>
                  <a:pt x="236127" y="469392"/>
                  <a:pt x="307087" y="509873"/>
                </a:cubicBezTo>
                <a:cubicBezTo>
                  <a:pt x="283847" y="595027"/>
                  <a:pt x="272036" y="682943"/>
                  <a:pt x="272131" y="771144"/>
                </a:cubicBezTo>
                <a:cubicBezTo>
                  <a:pt x="272131" y="861632"/>
                  <a:pt x="284323" y="949262"/>
                  <a:pt x="307087" y="1032415"/>
                </a:cubicBezTo>
                <a:cubicBezTo>
                  <a:pt x="236127" y="1072896"/>
                  <a:pt x="170690" y="1122236"/>
                  <a:pt x="112206" y="1179386"/>
                </a:cubicBezTo>
                <a:cubicBezTo>
                  <a:pt x="38483" y="1056037"/>
                  <a:pt x="-284" y="914876"/>
                  <a:pt x="2" y="771144"/>
                </a:cubicBezTo>
                <a:cubicBezTo>
                  <a:pt x="2" y="626554"/>
                  <a:pt x="38388" y="491109"/>
                  <a:pt x="105253" y="374714"/>
                </a:cubicBezTo>
                <a:lnTo>
                  <a:pt x="112206" y="362998"/>
                </a:lnTo>
                <a:close/>
                <a:moveTo>
                  <a:pt x="1542099" y="771144"/>
                </a:moveTo>
                <a:cubicBezTo>
                  <a:pt x="1542099" y="920687"/>
                  <a:pt x="1501142" y="1060418"/>
                  <a:pt x="1429895" y="1179386"/>
                </a:cubicBezTo>
                <a:cubicBezTo>
                  <a:pt x="1371506" y="1122236"/>
                  <a:pt x="1305975" y="1072896"/>
                  <a:pt x="1235013" y="1032415"/>
                </a:cubicBezTo>
                <a:cubicBezTo>
                  <a:pt x="1258254" y="947261"/>
                  <a:pt x="1270065" y="859441"/>
                  <a:pt x="1269970" y="771144"/>
                </a:cubicBezTo>
                <a:cubicBezTo>
                  <a:pt x="1269970" y="680657"/>
                  <a:pt x="1257778" y="593027"/>
                  <a:pt x="1235013" y="509873"/>
                </a:cubicBezTo>
                <a:cubicBezTo>
                  <a:pt x="1305975" y="469392"/>
                  <a:pt x="1371412" y="420053"/>
                  <a:pt x="1429895" y="362903"/>
                </a:cubicBezTo>
                <a:cubicBezTo>
                  <a:pt x="1503619" y="486347"/>
                  <a:pt x="1542385" y="627412"/>
                  <a:pt x="1542099" y="771144"/>
                </a:cubicBezTo>
                <a:close/>
                <a:moveTo>
                  <a:pt x="1109759" y="569405"/>
                </a:moveTo>
                <a:cubicBezTo>
                  <a:pt x="1125571" y="633984"/>
                  <a:pt x="1133953" y="701612"/>
                  <a:pt x="1133953" y="771144"/>
                </a:cubicBezTo>
                <a:cubicBezTo>
                  <a:pt x="1133953" y="840677"/>
                  <a:pt x="1125571" y="908304"/>
                  <a:pt x="1109759" y="972884"/>
                </a:cubicBezTo>
                <a:cubicBezTo>
                  <a:pt x="1001746" y="931069"/>
                  <a:pt x="886875" y="909638"/>
                  <a:pt x="771050" y="909828"/>
                </a:cubicBezTo>
                <a:cubicBezTo>
                  <a:pt x="651797" y="909828"/>
                  <a:pt x="537593" y="932117"/>
                  <a:pt x="432341" y="972979"/>
                </a:cubicBezTo>
                <a:cubicBezTo>
                  <a:pt x="416244" y="906971"/>
                  <a:pt x="408148" y="839248"/>
                  <a:pt x="408148" y="771239"/>
                </a:cubicBezTo>
                <a:cubicBezTo>
                  <a:pt x="408148" y="701707"/>
                  <a:pt x="416530" y="634079"/>
                  <a:pt x="432341" y="569500"/>
                </a:cubicBezTo>
                <a:cubicBezTo>
                  <a:pt x="537593" y="610362"/>
                  <a:pt x="651703" y="632555"/>
                  <a:pt x="771050" y="632555"/>
                </a:cubicBezTo>
                <a:cubicBezTo>
                  <a:pt x="886779" y="632555"/>
                  <a:pt x="997745" y="611600"/>
                  <a:pt x="1100330" y="573024"/>
                </a:cubicBezTo>
                <a:lnTo>
                  <a:pt x="1109759" y="569405"/>
                </a:lnTo>
                <a:close/>
                <a:moveTo>
                  <a:pt x="771050" y="79629"/>
                </a:moveTo>
                <a:cubicBezTo>
                  <a:pt x="901352" y="168688"/>
                  <a:pt x="1003556" y="293084"/>
                  <a:pt x="1065754" y="438150"/>
                </a:cubicBezTo>
                <a:cubicBezTo>
                  <a:pt x="971933" y="475107"/>
                  <a:pt x="871920" y="494062"/>
                  <a:pt x="771050" y="493967"/>
                </a:cubicBezTo>
                <a:cubicBezTo>
                  <a:pt x="667133" y="493967"/>
                  <a:pt x="567787" y="474250"/>
                  <a:pt x="476347" y="438150"/>
                </a:cubicBezTo>
                <a:cubicBezTo>
                  <a:pt x="537593" y="295275"/>
                  <a:pt x="637700" y="172498"/>
                  <a:pt x="765240" y="83725"/>
                </a:cubicBezTo>
                <a:lnTo>
                  <a:pt x="771050" y="79629"/>
                </a:lnTo>
                <a:close/>
                <a:moveTo>
                  <a:pt x="623699" y="95"/>
                </a:moveTo>
                <a:lnTo>
                  <a:pt x="638558" y="6382"/>
                </a:lnTo>
                <a:cubicBezTo>
                  <a:pt x="514828" y="104966"/>
                  <a:pt x="417197" y="232410"/>
                  <a:pt x="353951" y="377381"/>
                </a:cubicBezTo>
                <a:cubicBezTo>
                  <a:pt x="295467" y="341852"/>
                  <a:pt x="241746" y="299276"/>
                  <a:pt x="193836" y="250412"/>
                </a:cubicBezTo>
                <a:cubicBezTo>
                  <a:pt x="304135" y="123730"/>
                  <a:pt x="454059" y="33528"/>
                  <a:pt x="623699" y="95"/>
                </a:cubicBezTo>
                <a:lnTo>
                  <a:pt x="623699" y="95"/>
                </a:lnTo>
                <a:close/>
                <a:moveTo>
                  <a:pt x="1348266" y="250412"/>
                </a:moveTo>
                <a:lnTo>
                  <a:pt x="1342550" y="256318"/>
                </a:lnTo>
                <a:cubicBezTo>
                  <a:pt x="1296164" y="302705"/>
                  <a:pt x="1244348" y="343281"/>
                  <a:pt x="1188245" y="377285"/>
                </a:cubicBezTo>
                <a:cubicBezTo>
                  <a:pt x="1125000" y="232315"/>
                  <a:pt x="1027273" y="104966"/>
                  <a:pt x="903544" y="6287"/>
                </a:cubicBezTo>
                <a:cubicBezTo>
                  <a:pt x="908401" y="4191"/>
                  <a:pt x="913354" y="2096"/>
                  <a:pt x="918307" y="0"/>
                </a:cubicBezTo>
                <a:cubicBezTo>
                  <a:pt x="1088043" y="33528"/>
                  <a:pt x="1237966" y="123730"/>
                  <a:pt x="1348266" y="250412"/>
                </a:cubicBezTo>
                <a:lnTo>
                  <a:pt x="1348266" y="25041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088581" y="3218907"/>
            <a:ext cx="595035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kern="1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渠道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97595" y="3274695"/>
            <a:ext cx="386080" cy="337820"/>
            <a:chOff x="13697" y="5157"/>
            <a:chExt cx="608" cy="532"/>
          </a:xfrm>
        </p:grpSpPr>
        <p:sp>
          <p:nvSpPr>
            <p:cNvPr id="100" name="图形 8"/>
            <p:cNvSpPr/>
            <p:nvPr/>
          </p:nvSpPr>
          <p:spPr>
            <a:xfrm>
              <a:off x="13697" y="5157"/>
              <a:ext cx="608" cy="532"/>
            </a:xfrm>
            <a:custGeom>
              <a:avLst/>
              <a:gdLst>
                <a:gd name="connsiteX0" fmla="*/ 275390 w 385904"/>
                <a:gd name="connsiteY0" fmla="*/ -732 h 337627"/>
                <a:gd name="connsiteX1" fmla="*/ 110357 w 385904"/>
                <a:gd name="connsiteY1" fmla="*/ -732 h 337627"/>
                <a:gd name="connsiteX2" fmla="*/ 86195 w 385904"/>
                <a:gd name="connsiteY2" fmla="*/ 13055 h 337627"/>
                <a:gd name="connsiteX3" fmla="*/ 3649 w 385904"/>
                <a:gd name="connsiteY3" fmla="*/ 154318 h 337627"/>
                <a:gd name="connsiteX4" fmla="*/ 3649 w 385904"/>
                <a:gd name="connsiteY4" fmla="*/ 181891 h 337627"/>
                <a:gd name="connsiteX5" fmla="*/ 86172 w 385904"/>
                <a:gd name="connsiteY5" fmla="*/ 323109 h 337627"/>
                <a:gd name="connsiteX6" fmla="*/ 110334 w 385904"/>
                <a:gd name="connsiteY6" fmla="*/ 336896 h 337627"/>
                <a:gd name="connsiteX7" fmla="*/ 275390 w 385904"/>
                <a:gd name="connsiteY7" fmla="*/ 336896 h 337627"/>
                <a:gd name="connsiteX8" fmla="*/ 299553 w 385904"/>
                <a:gd name="connsiteY8" fmla="*/ 323109 h 337627"/>
                <a:gd name="connsiteX9" fmla="*/ 382075 w 385904"/>
                <a:gd name="connsiteY9" fmla="*/ 181863 h 337627"/>
                <a:gd name="connsiteX10" fmla="*/ 382075 w 385904"/>
                <a:gd name="connsiteY10" fmla="*/ 154289 h 337627"/>
                <a:gd name="connsiteX11" fmla="*/ 299553 w 385904"/>
                <a:gd name="connsiteY11" fmla="*/ 13055 h 337627"/>
                <a:gd name="connsiteX12" fmla="*/ 275390 w 385904"/>
                <a:gd name="connsiteY12" fmla="*/ -732 h 33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5904" h="337627">
                  <a:moveTo>
                    <a:pt x="275390" y="-732"/>
                  </a:moveTo>
                  <a:lnTo>
                    <a:pt x="110357" y="-732"/>
                  </a:lnTo>
                  <a:cubicBezTo>
                    <a:pt x="100427" y="-751"/>
                    <a:pt x="91231" y="4496"/>
                    <a:pt x="86195" y="13055"/>
                  </a:cubicBezTo>
                  <a:lnTo>
                    <a:pt x="3649" y="154318"/>
                  </a:lnTo>
                  <a:cubicBezTo>
                    <a:pt x="-1339" y="162833"/>
                    <a:pt x="-1339" y="173377"/>
                    <a:pt x="3649" y="181891"/>
                  </a:cubicBezTo>
                  <a:lnTo>
                    <a:pt x="86172" y="323109"/>
                  </a:lnTo>
                  <a:cubicBezTo>
                    <a:pt x="91208" y="331668"/>
                    <a:pt x="100404" y="336915"/>
                    <a:pt x="110334" y="336896"/>
                  </a:cubicBezTo>
                  <a:lnTo>
                    <a:pt x="275390" y="336896"/>
                  </a:lnTo>
                  <a:cubicBezTo>
                    <a:pt x="285321" y="336915"/>
                    <a:pt x="294517" y="331668"/>
                    <a:pt x="299553" y="323109"/>
                  </a:cubicBezTo>
                  <a:lnTo>
                    <a:pt x="382075" y="181863"/>
                  </a:lnTo>
                  <a:cubicBezTo>
                    <a:pt x="387059" y="173347"/>
                    <a:pt x="387059" y="162805"/>
                    <a:pt x="382075" y="154289"/>
                  </a:cubicBezTo>
                  <a:lnTo>
                    <a:pt x="299553" y="13055"/>
                  </a:lnTo>
                  <a:cubicBezTo>
                    <a:pt x="294517" y="4496"/>
                    <a:pt x="285321" y="-751"/>
                    <a:pt x="275390" y="-732"/>
                  </a:cubicBezTo>
                  <a:close/>
                </a:path>
              </a:pathLst>
            </a:custGeom>
            <a:solidFill>
              <a:srgbClr val="98B7F4"/>
            </a:solidFill>
            <a:ln w="9525" cap="flat">
              <a:noFill/>
              <a:prstDash val="solid"/>
              <a:miter/>
            </a:ln>
            <a:effectLst>
              <a:outerShdw blurRad="127000" dist="101600" dir="5400000" algn="ctr" rotWithShape="0">
                <a:srgbClr val="5D6C91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 flipH="1">
              <a:off x="13882" y="5318"/>
              <a:ext cx="237" cy="209"/>
            </a:xfrm>
            <a:custGeom>
              <a:avLst/>
              <a:gdLst>
                <a:gd name="connsiteX0" fmla="*/ 1088612 w 1542288"/>
                <a:gd name="connsiteY0" fmla="*/ 1224725 h 1360836"/>
                <a:gd name="connsiteX1" fmla="*/ 1088612 w 1542288"/>
                <a:gd name="connsiteY1" fmla="*/ 1360837 h 1360836"/>
                <a:gd name="connsiteX2" fmla="*/ 453580 w 1542288"/>
                <a:gd name="connsiteY2" fmla="*/ 1360837 h 1360836"/>
                <a:gd name="connsiteX3" fmla="*/ 453580 w 1542288"/>
                <a:gd name="connsiteY3" fmla="*/ 1224725 h 1360836"/>
                <a:gd name="connsiteX4" fmla="*/ 1088612 w 1542288"/>
                <a:gd name="connsiteY4" fmla="*/ 1224725 h 1360836"/>
                <a:gd name="connsiteX5" fmla="*/ 1406176 w 1542288"/>
                <a:gd name="connsiteY5" fmla="*/ 0 h 1360836"/>
                <a:gd name="connsiteX6" fmla="*/ 1542288 w 1542288"/>
                <a:gd name="connsiteY6" fmla="*/ 136112 h 1360836"/>
                <a:gd name="connsiteX7" fmla="*/ 1542288 w 1542288"/>
                <a:gd name="connsiteY7" fmla="*/ 136112 h 1360836"/>
                <a:gd name="connsiteX8" fmla="*/ 1542288 w 1542288"/>
                <a:gd name="connsiteY8" fmla="*/ 997934 h 1360836"/>
                <a:gd name="connsiteX9" fmla="*/ 1406176 w 1542288"/>
                <a:gd name="connsiteY9" fmla="*/ 1134047 h 1360836"/>
                <a:gd name="connsiteX10" fmla="*/ 1406176 w 1542288"/>
                <a:gd name="connsiteY10" fmla="*/ 1134047 h 1360836"/>
                <a:gd name="connsiteX11" fmla="*/ 136112 w 1542288"/>
                <a:gd name="connsiteY11" fmla="*/ 1134047 h 1360836"/>
                <a:gd name="connsiteX12" fmla="*/ 0 w 1542288"/>
                <a:gd name="connsiteY12" fmla="*/ 997934 h 1360836"/>
                <a:gd name="connsiteX13" fmla="*/ 0 w 1542288"/>
                <a:gd name="connsiteY13" fmla="*/ 997934 h 1360836"/>
                <a:gd name="connsiteX14" fmla="*/ 0 w 1542288"/>
                <a:gd name="connsiteY14" fmla="*/ 136112 h 1360836"/>
                <a:gd name="connsiteX15" fmla="*/ 136112 w 1542288"/>
                <a:gd name="connsiteY15" fmla="*/ 0 h 1360836"/>
                <a:gd name="connsiteX16" fmla="*/ 136112 w 1542288"/>
                <a:gd name="connsiteY16" fmla="*/ 0 h 1360836"/>
                <a:gd name="connsiteX17" fmla="*/ 1406176 w 1542288"/>
                <a:gd name="connsiteY17" fmla="*/ 0 h 1360836"/>
                <a:gd name="connsiteX18" fmla="*/ 1088612 w 1542288"/>
                <a:gd name="connsiteY18" fmla="*/ 498919 h 1360836"/>
                <a:gd name="connsiteX19" fmla="*/ 453580 w 1542288"/>
                <a:gd name="connsiteY19" fmla="*/ 498919 h 1360836"/>
                <a:gd name="connsiteX20" fmla="*/ 453580 w 1542288"/>
                <a:gd name="connsiteY20" fmla="*/ 635032 h 1360836"/>
                <a:gd name="connsiteX21" fmla="*/ 1088612 w 1542288"/>
                <a:gd name="connsiteY21" fmla="*/ 635032 h 1360836"/>
                <a:gd name="connsiteX22" fmla="*/ 1088612 w 1542288"/>
                <a:gd name="connsiteY22" fmla="*/ 498919 h 136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2288" h="1360836">
                  <a:moveTo>
                    <a:pt x="1088612" y="1224725"/>
                  </a:moveTo>
                  <a:lnTo>
                    <a:pt x="1088612" y="1360837"/>
                  </a:lnTo>
                  <a:lnTo>
                    <a:pt x="453580" y="1360837"/>
                  </a:lnTo>
                  <a:lnTo>
                    <a:pt x="453580" y="1224725"/>
                  </a:lnTo>
                  <a:lnTo>
                    <a:pt x="1088612" y="1224725"/>
                  </a:lnTo>
                  <a:close/>
                  <a:moveTo>
                    <a:pt x="1406176" y="0"/>
                  </a:moveTo>
                  <a:cubicBezTo>
                    <a:pt x="1481328" y="0"/>
                    <a:pt x="1542288" y="60960"/>
                    <a:pt x="1542288" y="136112"/>
                  </a:cubicBezTo>
                  <a:lnTo>
                    <a:pt x="1542288" y="136112"/>
                  </a:lnTo>
                  <a:lnTo>
                    <a:pt x="1542288" y="997934"/>
                  </a:lnTo>
                  <a:cubicBezTo>
                    <a:pt x="1542288" y="1073087"/>
                    <a:pt x="1481328" y="1134047"/>
                    <a:pt x="1406176" y="1134047"/>
                  </a:cubicBezTo>
                  <a:lnTo>
                    <a:pt x="1406176" y="1134047"/>
                  </a:lnTo>
                  <a:lnTo>
                    <a:pt x="136112" y="1134047"/>
                  </a:lnTo>
                  <a:cubicBezTo>
                    <a:pt x="60960" y="1134047"/>
                    <a:pt x="0" y="1073087"/>
                    <a:pt x="0" y="997934"/>
                  </a:cubicBezTo>
                  <a:lnTo>
                    <a:pt x="0" y="997934"/>
                  </a:lnTo>
                  <a:lnTo>
                    <a:pt x="0" y="136112"/>
                  </a:lnTo>
                  <a:cubicBezTo>
                    <a:pt x="0" y="60960"/>
                    <a:pt x="60960" y="0"/>
                    <a:pt x="136112" y="0"/>
                  </a:cubicBezTo>
                  <a:lnTo>
                    <a:pt x="136112" y="0"/>
                  </a:lnTo>
                  <a:lnTo>
                    <a:pt x="1406176" y="0"/>
                  </a:lnTo>
                  <a:close/>
                  <a:moveTo>
                    <a:pt x="1088612" y="498919"/>
                  </a:moveTo>
                  <a:lnTo>
                    <a:pt x="453580" y="498919"/>
                  </a:lnTo>
                  <a:lnTo>
                    <a:pt x="453580" y="635032"/>
                  </a:lnTo>
                  <a:lnTo>
                    <a:pt x="1088612" y="635032"/>
                  </a:lnTo>
                  <a:lnTo>
                    <a:pt x="1088612" y="49891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" name="Rectangle 5"/>
          <p:cNvSpPr/>
          <p:nvPr/>
        </p:nvSpPr>
        <p:spPr bwMode="auto">
          <a:xfrm>
            <a:off x="538480" y="1580730"/>
            <a:ext cx="2702293" cy="87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</a:t>
            </a:r>
          </a:p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</a:t>
            </a:r>
            <a:endParaRPr lang="zh-CN" sz="11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</a:t>
            </a:r>
          </a:p>
        </p:txBody>
      </p:sp>
      <p:sp>
        <p:nvSpPr>
          <p:cNvPr id="32" name="Rectangle 5"/>
          <p:cNvSpPr/>
          <p:nvPr/>
        </p:nvSpPr>
        <p:spPr bwMode="auto">
          <a:xfrm>
            <a:off x="538480" y="2997201"/>
            <a:ext cx="2697837" cy="86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</a:t>
            </a:r>
          </a:p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XXXXXXXXXXXXXXXXX</a:t>
            </a:r>
          </a:p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</a:t>
            </a:r>
            <a:endParaRPr lang="zh-CN" sz="11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图形 18"/>
          <p:cNvSpPr/>
          <p:nvPr/>
        </p:nvSpPr>
        <p:spPr>
          <a:xfrm>
            <a:off x="4488220" y="2262195"/>
            <a:ext cx="3331130" cy="2906433"/>
          </a:xfrm>
          <a:custGeom>
            <a:avLst/>
            <a:gdLst>
              <a:gd name="connsiteX0" fmla="*/ 2456197 w 3331130"/>
              <a:gd name="connsiteY0" fmla="*/ -267 h 2906433"/>
              <a:gd name="connsiteX1" fmla="*/ 873612 w 3331130"/>
              <a:gd name="connsiteY1" fmla="*/ -267 h 2906433"/>
              <a:gd name="connsiteX2" fmla="*/ 801778 w 3331130"/>
              <a:gd name="connsiteY2" fmla="*/ 41197 h 2906433"/>
              <a:gd name="connsiteX3" fmla="*/ 10463 w 3331130"/>
              <a:gd name="connsiteY3" fmla="*/ 1411487 h 2906433"/>
              <a:gd name="connsiteX4" fmla="*/ 10463 w 3331130"/>
              <a:gd name="connsiteY4" fmla="*/ 1494414 h 2906433"/>
              <a:gd name="connsiteX5" fmla="*/ 801773 w 3331130"/>
              <a:gd name="connsiteY5" fmla="*/ 2864697 h 2906433"/>
              <a:gd name="connsiteX6" fmla="*/ 873612 w 3331130"/>
              <a:gd name="connsiteY6" fmla="*/ 2906167 h 2906433"/>
              <a:gd name="connsiteX7" fmla="*/ 2456197 w 3331130"/>
              <a:gd name="connsiteY7" fmla="*/ 2906167 h 2906433"/>
              <a:gd name="connsiteX8" fmla="*/ 2528049 w 3331130"/>
              <a:gd name="connsiteY8" fmla="*/ 2864703 h 2906433"/>
              <a:gd name="connsiteX9" fmla="*/ 3319341 w 3331130"/>
              <a:gd name="connsiteY9" fmla="*/ 1494413 h 2906433"/>
              <a:gd name="connsiteX10" fmla="*/ 3319341 w 3331130"/>
              <a:gd name="connsiteY10" fmla="*/ 1411486 h 2906433"/>
              <a:gd name="connsiteX11" fmla="*/ 2528049 w 3331130"/>
              <a:gd name="connsiteY11" fmla="*/ 41202 h 2906433"/>
              <a:gd name="connsiteX12" fmla="*/ 2456197 w 3331130"/>
              <a:gd name="connsiteY12" fmla="*/ -267 h 2906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31130" h="2906433">
                <a:moveTo>
                  <a:pt x="2456197" y="-267"/>
                </a:moveTo>
                <a:lnTo>
                  <a:pt x="873612" y="-267"/>
                </a:lnTo>
                <a:cubicBezTo>
                  <a:pt x="843981" y="-267"/>
                  <a:pt x="816599" y="15538"/>
                  <a:pt x="801778" y="41197"/>
                </a:cubicBezTo>
                <a:lnTo>
                  <a:pt x="10463" y="1411487"/>
                </a:lnTo>
                <a:cubicBezTo>
                  <a:pt x="-4353" y="1437143"/>
                  <a:pt x="-4353" y="1468757"/>
                  <a:pt x="10463" y="1494414"/>
                </a:cubicBezTo>
                <a:lnTo>
                  <a:pt x="801773" y="2864697"/>
                </a:lnTo>
                <a:cubicBezTo>
                  <a:pt x="816591" y="2890362"/>
                  <a:pt x="843977" y="2906170"/>
                  <a:pt x="873612" y="2906167"/>
                </a:cubicBezTo>
                <a:lnTo>
                  <a:pt x="2456197" y="2906167"/>
                </a:lnTo>
                <a:cubicBezTo>
                  <a:pt x="2485836" y="2906179"/>
                  <a:pt x="2513229" y="2890372"/>
                  <a:pt x="2528049" y="2864703"/>
                </a:cubicBezTo>
                <a:lnTo>
                  <a:pt x="3319341" y="1494413"/>
                </a:lnTo>
                <a:cubicBezTo>
                  <a:pt x="3334196" y="1468767"/>
                  <a:pt x="3334196" y="1437133"/>
                  <a:pt x="3319341" y="1411486"/>
                </a:cubicBezTo>
                <a:lnTo>
                  <a:pt x="2528049" y="41202"/>
                </a:lnTo>
                <a:cubicBezTo>
                  <a:pt x="2513229" y="15533"/>
                  <a:pt x="2485838" y="-276"/>
                  <a:pt x="2456197" y="-267"/>
                </a:cubicBezTo>
                <a:close/>
              </a:path>
            </a:pathLst>
          </a:custGeom>
          <a:noFill/>
          <a:ln w="302116" cap="flat">
            <a:gradFill>
              <a:gsLst>
                <a:gs pos="0">
                  <a:srgbClr val="00B050">
                    <a:alpha val="91000"/>
                  </a:srgbClr>
                </a:gs>
                <a:gs pos="75000">
                  <a:srgbClr val="00E577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Rectangle 5"/>
          <p:cNvSpPr/>
          <p:nvPr/>
        </p:nvSpPr>
        <p:spPr bwMode="auto">
          <a:xfrm>
            <a:off x="9216357" y="1602908"/>
            <a:ext cx="2697837" cy="86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</a:t>
            </a: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XXXXXXXXXXXXXXXXX</a:t>
            </a: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</a:t>
            </a:r>
            <a:endParaRPr lang="zh-CN" sz="11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Rectangle 5"/>
          <p:cNvSpPr/>
          <p:nvPr/>
        </p:nvSpPr>
        <p:spPr bwMode="auto">
          <a:xfrm>
            <a:off x="505518" y="4663222"/>
            <a:ext cx="2697837" cy="86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</a:t>
            </a:r>
          </a:p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XXXXXXXXXXXXXXXXX</a:t>
            </a:r>
          </a:p>
          <a:p>
            <a:pPr marL="171450" indent="-1714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</a:t>
            </a:r>
            <a:endParaRPr lang="zh-CN" sz="11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Rectangle 5"/>
          <p:cNvSpPr/>
          <p:nvPr/>
        </p:nvSpPr>
        <p:spPr bwMode="auto">
          <a:xfrm>
            <a:off x="9201150" y="3075600"/>
            <a:ext cx="2697837" cy="86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</a:t>
            </a: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XXXXXXXXXXXXXXXXX</a:t>
            </a: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</a:t>
            </a:r>
            <a:endParaRPr lang="zh-CN" sz="11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Rectangle 5"/>
          <p:cNvSpPr/>
          <p:nvPr/>
        </p:nvSpPr>
        <p:spPr bwMode="auto">
          <a:xfrm>
            <a:off x="9218422" y="4687863"/>
            <a:ext cx="2697837" cy="86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</a:t>
            </a: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XXXXXXXXXXXXXXXXX</a:t>
            </a: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XXXXXXXXXXXXXXX</a:t>
            </a:r>
            <a:endParaRPr lang="zh-CN" sz="11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5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317428" y="1630598"/>
            <a:ext cx="3595478" cy="3596803"/>
            <a:chOff x="3998462" y="7289800"/>
            <a:chExt cx="3595478" cy="3596803"/>
          </a:xfrm>
        </p:grpSpPr>
        <p:grpSp>
          <p:nvGrpSpPr>
            <p:cNvPr id="6" name="组合 5"/>
            <p:cNvGrpSpPr/>
            <p:nvPr/>
          </p:nvGrpSpPr>
          <p:grpSpPr>
            <a:xfrm>
              <a:off x="4794007" y="8111918"/>
              <a:ext cx="1951555" cy="1951508"/>
              <a:chOff x="13745916" y="4867927"/>
              <a:chExt cx="1387966" cy="1387933"/>
            </a:xfrm>
          </p:grpSpPr>
          <p:sp>
            <p:nvSpPr>
              <p:cNvPr id="11" name="图形 8"/>
              <p:cNvSpPr/>
              <p:nvPr/>
            </p:nvSpPr>
            <p:spPr>
              <a:xfrm>
                <a:off x="13745916" y="4867927"/>
                <a:ext cx="1387966" cy="1387933"/>
              </a:xfrm>
              <a:custGeom>
                <a:avLst/>
                <a:gdLst>
                  <a:gd name="connsiteX0" fmla="*/ 1038516 w 2078784"/>
                  <a:gd name="connsiteY0" fmla="*/ -430 h 2078736"/>
                  <a:gd name="connsiteX1" fmla="*/ 2077932 w 2078784"/>
                  <a:gd name="connsiteY1" fmla="*/ 1038938 h 2078736"/>
                  <a:gd name="connsiteX2" fmla="*/ 1038516 w 2078784"/>
                  <a:gd name="connsiteY2" fmla="*/ 2078306 h 2078736"/>
                  <a:gd name="connsiteX3" fmla="*/ -852 w 2078784"/>
                  <a:gd name="connsiteY3" fmla="*/ 1038986 h 2078736"/>
                  <a:gd name="connsiteX4" fmla="*/ 1038392 w 2078784"/>
                  <a:gd name="connsiteY4" fmla="*/ -430 h 2078736"/>
                  <a:gd name="connsiteX5" fmla="*/ 1038516 w 2078784"/>
                  <a:gd name="connsiteY5" fmla="*/ -430 h 2078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8784" h="2078736">
                    <a:moveTo>
                      <a:pt x="1038516" y="-430"/>
                    </a:moveTo>
                    <a:cubicBezTo>
                      <a:pt x="1612540" y="-430"/>
                      <a:pt x="2077932" y="464914"/>
                      <a:pt x="2077932" y="1038938"/>
                    </a:cubicBezTo>
                    <a:cubicBezTo>
                      <a:pt x="2077932" y="1612962"/>
                      <a:pt x="1612540" y="2078306"/>
                      <a:pt x="1038516" y="2078306"/>
                    </a:cubicBezTo>
                    <a:cubicBezTo>
                      <a:pt x="464511" y="2078306"/>
                      <a:pt x="-823" y="1612991"/>
                      <a:pt x="-852" y="1038986"/>
                    </a:cubicBezTo>
                    <a:cubicBezTo>
                      <a:pt x="-900" y="464980"/>
                      <a:pt x="464387" y="-383"/>
                      <a:pt x="1038392" y="-430"/>
                    </a:cubicBezTo>
                    <a:cubicBezTo>
                      <a:pt x="1038431" y="-430"/>
                      <a:pt x="1038478" y="-430"/>
                      <a:pt x="1038516" y="-430"/>
                    </a:cubicBezTo>
                    <a:close/>
                  </a:path>
                </a:pathLst>
              </a:custGeom>
              <a:gradFill>
                <a:gsLst>
                  <a:gs pos="95000">
                    <a:srgbClr val="5597F8">
                      <a:alpha val="0"/>
                    </a:srgbClr>
                  </a:gs>
                  <a:gs pos="50000">
                    <a:srgbClr val="54B7FA">
                      <a:alpha val="69804"/>
                    </a:srgbClr>
                  </a:gs>
                  <a:gs pos="5000">
                    <a:srgbClr val="5597F8">
                      <a:alpha val="0"/>
                    </a:srgbClr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图形 6"/>
              <p:cNvSpPr/>
              <p:nvPr/>
            </p:nvSpPr>
            <p:spPr>
              <a:xfrm>
                <a:off x="13859707" y="4981694"/>
                <a:ext cx="1160385" cy="1160398"/>
              </a:xfrm>
              <a:custGeom>
                <a:avLst/>
                <a:gdLst>
                  <a:gd name="connsiteX0" fmla="*/ 868184 w 1737931"/>
                  <a:gd name="connsiteY0" fmla="*/ -376 h 1737950"/>
                  <a:gd name="connsiteX1" fmla="*/ 1737141 w 1737931"/>
                  <a:gd name="connsiteY1" fmla="*/ 868599 h 1737950"/>
                  <a:gd name="connsiteX2" fmla="*/ 868184 w 1737931"/>
                  <a:gd name="connsiteY2" fmla="*/ 1737575 h 1737950"/>
                  <a:gd name="connsiteX3" fmla="*/ -791 w 1737931"/>
                  <a:gd name="connsiteY3" fmla="*/ 868599 h 1737950"/>
                  <a:gd name="connsiteX4" fmla="*/ 868108 w 1737931"/>
                  <a:gd name="connsiteY4" fmla="*/ -376 h 1737950"/>
                  <a:gd name="connsiteX5" fmla="*/ 868184 w 1737931"/>
                  <a:gd name="connsiteY5" fmla="*/ -376 h 1737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37931" h="1737950">
                    <a:moveTo>
                      <a:pt x="868184" y="-376"/>
                    </a:moveTo>
                    <a:cubicBezTo>
                      <a:pt x="1348140" y="-376"/>
                      <a:pt x="1737141" y="388682"/>
                      <a:pt x="1737141" y="868599"/>
                    </a:cubicBezTo>
                    <a:cubicBezTo>
                      <a:pt x="1737141" y="1348516"/>
                      <a:pt x="1348140" y="1737575"/>
                      <a:pt x="868184" y="1737575"/>
                    </a:cubicBezTo>
                    <a:cubicBezTo>
                      <a:pt x="388258" y="1737575"/>
                      <a:pt x="-791" y="1348516"/>
                      <a:pt x="-791" y="868599"/>
                    </a:cubicBezTo>
                    <a:cubicBezTo>
                      <a:pt x="-810" y="388701"/>
                      <a:pt x="388210" y="-357"/>
                      <a:pt x="868108" y="-376"/>
                    </a:cubicBezTo>
                    <a:cubicBezTo>
                      <a:pt x="868137" y="-376"/>
                      <a:pt x="868156" y="-376"/>
                      <a:pt x="868184" y="-3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127000" dist="101600" dir="5400000" algn="ctr" rotWithShape="0">
                  <a:srgbClr val="5D6C91">
                    <a:alpha val="15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 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13" name="图形 1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868309" y="4981575"/>
                <a:ext cx="1158136" cy="1158136"/>
              </a:xfrm>
              <a:prstGeom prst="rect">
                <a:avLst/>
              </a:prstGeom>
            </p:spPr>
          </p:pic>
        </p:grpSp>
        <p:grpSp>
          <p:nvGrpSpPr>
            <p:cNvPr id="7" name="组合 6"/>
            <p:cNvGrpSpPr/>
            <p:nvPr/>
          </p:nvGrpSpPr>
          <p:grpSpPr>
            <a:xfrm>
              <a:off x="3998462" y="7289800"/>
              <a:ext cx="3595478" cy="3596803"/>
              <a:chOff x="2665442" y="7663900"/>
              <a:chExt cx="5302875" cy="5304829"/>
            </a:xfrm>
          </p:grpSpPr>
          <p:sp>
            <p:nvSpPr>
              <p:cNvPr id="8" name="图形 92"/>
              <p:cNvSpPr/>
              <p:nvPr/>
            </p:nvSpPr>
            <p:spPr>
              <a:xfrm>
                <a:off x="4001667" y="9875446"/>
                <a:ext cx="3966650" cy="3093283"/>
              </a:xfrm>
              <a:custGeom>
                <a:avLst/>
                <a:gdLst>
                  <a:gd name="connsiteX0" fmla="*/ 3022279 w 3966650"/>
                  <a:gd name="connsiteY0" fmla="*/ 445381 h 3093283"/>
                  <a:gd name="connsiteX1" fmla="*/ 2997133 w 3966650"/>
                  <a:gd name="connsiteY1" fmla="*/ 157411 h 3093283"/>
                  <a:gd name="connsiteX2" fmla="*/ 3927154 w 3966650"/>
                  <a:gd name="connsiteY2" fmla="*/ -494 h 3093283"/>
                  <a:gd name="connsiteX3" fmla="*/ 3965825 w 3966650"/>
                  <a:gd name="connsiteY3" fmla="*/ 444905 h 3093283"/>
                  <a:gd name="connsiteX4" fmla="*/ 114802 w 3966650"/>
                  <a:gd name="connsiteY4" fmla="*/ 2806923 h 3093283"/>
                  <a:gd name="connsiteX5" fmla="*/ -556 w 3966650"/>
                  <a:gd name="connsiteY5" fmla="*/ 2235862 h 3093283"/>
                  <a:gd name="connsiteX6" fmla="*/ 51651 w 3966650"/>
                  <a:gd name="connsiteY6" fmla="*/ 2164481 h 3093283"/>
                  <a:gd name="connsiteX7" fmla="*/ 541112 w 3966650"/>
                  <a:gd name="connsiteY7" fmla="*/ 1964809 h 3093283"/>
                  <a:gd name="connsiteX8" fmla="*/ 949925 w 3966650"/>
                  <a:gd name="connsiteY8" fmla="*/ 2110218 h 3093283"/>
                  <a:gd name="connsiteX9" fmla="*/ 1003322 w 3966650"/>
                  <a:gd name="connsiteY9" fmla="*/ 2120647 h 3093283"/>
                  <a:gd name="connsiteX10" fmla="*/ 1056938 w 3966650"/>
                  <a:gd name="connsiteY10" fmla="*/ 2130077 h 3093283"/>
                  <a:gd name="connsiteX11" fmla="*/ 1111012 w 3966650"/>
                  <a:gd name="connsiteY11" fmla="*/ 2136859 h 3093283"/>
                  <a:gd name="connsiteX12" fmla="*/ 1138034 w 3966650"/>
                  <a:gd name="connsiteY12" fmla="*/ 2140383 h 3093283"/>
                  <a:gd name="connsiteX13" fmla="*/ 1165276 w 3966650"/>
                  <a:gd name="connsiteY13" fmla="*/ 2142288 h 3093283"/>
                  <a:gd name="connsiteX14" fmla="*/ 1219702 w 3966650"/>
                  <a:gd name="connsiteY14" fmla="*/ 2146536 h 3093283"/>
                  <a:gd name="connsiteX15" fmla="*/ 1274403 w 3966650"/>
                  <a:gd name="connsiteY15" fmla="*/ 2148041 h 3093283"/>
                  <a:gd name="connsiteX16" fmla="*/ 1383827 w 3966650"/>
                  <a:gd name="connsiteY16" fmla="*/ 2147260 h 3093283"/>
                  <a:gd name="connsiteX17" fmla="*/ 1438348 w 3966650"/>
                  <a:gd name="connsiteY17" fmla="*/ 2143945 h 3093283"/>
                  <a:gd name="connsiteX18" fmla="*/ 1492774 w 3966650"/>
                  <a:gd name="connsiteY18" fmla="*/ 2139678 h 3093283"/>
                  <a:gd name="connsiteX19" fmla="*/ 1546828 w 3966650"/>
                  <a:gd name="connsiteY19" fmla="*/ 2132706 h 3093283"/>
                  <a:gd name="connsiteX20" fmla="*/ 1573879 w 3966650"/>
                  <a:gd name="connsiteY20" fmla="*/ 2129391 h 3093283"/>
                  <a:gd name="connsiteX21" fmla="*/ 1600645 w 3966650"/>
                  <a:gd name="connsiteY21" fmla="*/ 2124467 h 3093283"/>
                  <a:gd name="connsiteX22" fmla="*/ 1654251 w 3966650"/>
                  <a:gd name="connsiteY22" fmla="*/ 2114942 h 3093283"/>
                  <a:gd name="connsiteX23" fmla="*/ 1707258 w 3966650"/>
                  <a:gd name="connsiteY23" fmla="*/ 2102759 h 3093283"/>
                  <a:gd name="connsiteX24" fmla="*/ 1812318 w 3966650"/>
                  <a:gd name="connsiteY24" fmla="*/ 2074746 h 3093283"/>
                  <a:gd name="connsiteX25" fmla="*/ 1838227 w 3966650"/>
                  <a:gd name="connsiteY25" fmla="*/ 2066431 h 3093283"/>
                  <a:gd name="connsiteX26" fmla="*/ 1863944 w 3966650"/>
                  <a:gd name="connsiteY26" fmla="*/ 2057668 h 3093283"/>
                  <a:gd name="connsiteX27" fmla="*/ 1915189 w 3966650"/>
                  <a:gd name="connsiteY27" fmla="*/ 2039571 h 3093283"/>
                  <a:gd name="connsiteX28" fmla="*/ 1965861 w 3966650"/>
                  <a:gd name="connsiteY28" fmla="*/ 2019568 h 3093283"/>
                  <a:gd name="connsiteX29" fmla="*/ 1978530 w 3966650"/>
                  <a:gd name="connsiteY29" fmla="*/ 2014634 h 3093283"/>
                  <a:gd name="connsiteX30" fmla="*/ 1990817 w 3966650"/>
                  <a:gd name="connsiteY30" fmla="*/ 2008919 h 3093283"/>
                  <a:gd name="connsiteX31" fmla="*/ 2015582 w 3966650"/>
                  <a:gd name="connsiteY31" fmla="*/ 1997641 h 3093283"/>
                  <a:gd name="connsiteX32" fmla="*/ 2040443 w 3966650"/>
                  <a:gd name="connsiteY32" fmla="*/ 1986478 h 3093283"/>
                  <a:gd name="connsiteX33" fmla="*/ 2052825 w 3966650"/>
                  <a:gd name="connsiteY33" fmla="*/ 1980925 h 3093283"/>
                  <a:gd name="connsiteX34" fmla="*/ 2065017 w 3966650"/>
                  <a:gd name="connsiteY34" fmla="*/ 1974715 h 3093283"/>
                  <a:gd name="connsiteX35" fmla="*/ 2113404 w 3966650"/>
                  <a:gd name="connsiteY35" fmla="*/ 1949855 h 3093283"/>
                  <a:gd name="connsiteX36" fmla="*/ 2160933 w 3966650"/>
                  <a:gd name="connsiteY36" fmla="*/ 1923299 h 3093283"/>
                  <a:gd name="connsiteX37" fmla="*/ 2184650 w 3966650"/>
                  <a:gd name="connsiteY37" fmla="*/ 1909754 h 3093283"/>
                  <a:gd name="connsiteX38" fmla="*/ 2207987 w 3966650"/>
                  <a:gd name="connsiteY38" fmla="*/ 1895753 h 3093283"/>
                  <a:gd name="connsiteX39" fmla="*/ 2546411 w 3966650"/>
                  <a:gd name="connsiteY39" fmla="*/ 1621756 h 3093283"/>
                  <a:gd name="connsiteX40" fmla="*/ 2687475 w 3966650"/>
                  <a:gd name="connsiteY40" fmla="*/ 1455212 h 3093283"/>
                  <a:gd name="connsiteX41" fmla="*/ 2749197 w 3966650"/>
                  <a:gd name="connsiteY41" fmla="*/ 1365276 h 3093283"/>
                  <a:gd name="connsiteX42" fmla="*/ 2778440 w 3966650"/>
                  <a:gd name="connsiteY42" fmla="*/ 1319243 h 3093283"/>
                  <a:gd name="connsiteX43" fmla="*/ 2805586 w 3966650"/>
                  <a:gd name="connsiteY43" fmla="*/ 1271922 h 3093283"/>
                  <a:gd name="connsiteX44" fmla="*/ 2819016 w 3966650"/>
                  <a:gd name="connsiteY44" fmla="*/ 1248205 h 3093283"/>
                  <a:gd name="connsiteX45" fmla="*/ 2831303 w 3966650"/>
                  <a:gd name="connsiteY45" fmla="*/ 1223907 h 3093283"/>
                  <a:gd name="connsiteX46" fmla="*/ 2856067 w 3966650"/>
                  <a:gd name="connsiteY46" fmla="*/ 1175329 h 3093283"/>
                  <a:gd name="connsiteX47" fmla="*/ 2878357 w 3966650"/>
                  <a:gd name="connsiteY47" fmla="*/ 1125647 h 3093283"/>
                  <a:gd name="connsiteX48" fmla="*/ 2889596 w 3966650"/>
                  <a:gd name="connsiteY48" fmla="*/ 1100825 h 3093283"/>
                  <a:gd name="connsiteX49" fmla="*/ 2899407 w 3966650"/>
                  <a:gd name="connsiteY49" fmla="*/ 1075450 h 3093283"/>
                  <a:gd name="connsiteX50" fmla="*/ 2919504 w 3966650"/>
                  <a:gd name="connsiteY50" fmla="*/ 1024824 h 3093283"/>
                  <a:gd name="connsiteX51" fmla="*/ 2936745 w 3966650"/>
                  <a:gd name="connsiteY51" fmla="*/ 973218 h 3093283"/>
                  <a:gd name="connsiteX52" fmla="*/ 2945603 w 3966650"/>
                  <a:gd name="connsiteY52" fmla="*/ 947501 h 3093283"/>
                  <a:gd name="connsiteX53" fmla="*/ 2953032 w 3966650"/>
                  <a:gd name="connsiteY53" fmla="*/ 921307 h 3093283"/>
                  <a:gd name="connsiteX54" fmla="*/ 2967986 w 3966650"/>
                  <a:gd name="connsiteY54" fmla="*/ 868919 h 3093283"/>
                  <a:gd name="connsiteX55" fmla="*/ 3022850 w 3966650"/>
                  <a:gd name="connsiteY55" fmla="*/ 436742 h 3093283"/>
                  <a:gd name="connsiteX56" fmla="*/ 3965825 w 3966650"/>
                  <a:gd name="connsiteY56" fmla="*/ 436742 h 3093283"/>
                  <a:gd name="connsiteX57" fmla="*/ 3880577 w 3966650"/>
                  <a:gd name="connsiteY57" fmla="*/ 1106349 h 3093283"/>
                  <a:gd name="connsiteX58" fmla="*/ 3857526 w 3966650"/>
                  <a:gd name="connsiteY58" fmla="*/ 1187912 h 3093283"/>
                  <a:gd name="connsiteX59" fmla="*/ 3845715 w 3966650"/>
                  <a:gd name="connsiteY59" fmla="*/ 1228621 h 3093283"/>
                  <a:gd name="connsiteX60" fmla="*/ 3832286 w 3966650"/>
                  <a:gd name="connsiteY60" fmla="*/ 1268798 h 3093283"/>
                  <a:gd name="connsiteX61" fmla="*/ 3805043 w 3966650"/>
                  <a:gd name="connsiteY61" fmla="*/ 1349056 h 3093283"/>
                  <a:gd name="connsiteX62" fmla="*/ 3774182 w 3966650"/>
                  <a:gd name="connsiteY62" fmla="*/ 1427961 h 3093283"/>
                  <a:gd name="connsiteX63" fmla="*/ 3758561 w 3966650"/>
                  <a:gd name="connsiteY63" fmla="*/ 1467337 h 3093283"/>
                  <a:gd name="connsiteX64" fmla="*/ 3741417 w 3966650"/>
                  <a:gd name="connsiteY64" fmla="*/ 1506047 h 3093283"/>
                  <a:gd name="connsiteX65" fmla="*/ 3706460 w 3966650"/>
                  <a:gd name="connsiteY65" fmla="*/ 1583199 h 3093283"/>
                  <a:gd name="connsiteX66" fmla="*/ 3668264 w 3966650"/>
                  <a:gd name="connsiteY66" fmla="*/ 1658752 h 3093283"/>
                  <a:gd name="connsiteX67" fmla="*/ 3648834 w 3966650"/>
                  <a:gd name="connsiteY67" fmla="*/ 1696394 h 3093283"/>
                  <a:gd name="connsiteX68" fmla="*/ 3628165 w 3966650"/>
                  <a:gd name="connsiteY68" fmla="*/ 1733313 h 3093283"/>
                  <a:gd name="connsiteX69" fmla="*/ 3585968 w 3966650"/>
                  <a:gd name="connsiteY69" fmla="*/ 1806656 h 3093283"/>
                  <a:gd name="connsiteX70" fmla="*/ 3540820 w 3966650"/>
                  <a:gd name="connsiteY70" fmla="*/ 1878179 h 3093283"/>
                  <a:gd name="connsiteX71" fmla="*/ 3444904 w 3966650"/>
                  <a:gd name="connsiteY71" fmla="*/ 2017444 h 3093283"/>
                  <a:gd name="connsiteX72" fmla="*/ 2702525 w 3966650"/>
                  <a:gd name="connsiteY72" fmla="*/ 2699491 h 3093283"/>
                  <a:gd name="connsiteX73" fmla="*/ 2666330 w 3966650"/>
                  <a:gd name="connsiteY73" fmla="*/ 2721284 h 3093283"/>
                  <a:gd name="connsiteX74" fmla="*/ 2629659 w 3966650"/>
                  <a:gd name="connsiteY74" fmla="*/ 2742430 h 3093283"/>
                  <a:gd name="connsiteX75" fmla="*/ 2555745 w 3966650"/>
                  <a:gd name="connsiteY75" fmla="*/ 2783540 h 3093283"/>
                  <a:gd name="connsiteX76" fmla="*/ 2480497 w 3966650"/>
                  <a:gd name="connsiteY76" fmla="*/ 2822135 h 3093283"/>
                  <a:gd name="connsiteX77" fmla="*/ 2461638 w 3966650"/>
                  <a:gd name="connsiteY77" fmla="*/ 2831660 h 3093283"/>
                  <a:gd name="connsiteX78" fmla="*/ 2442397 w 3966650"/>
                  <a:gd name="connsiteY78" fmla="*/ 2840452 h 3093283"/>
                  <a:gd name="connsiteX79" fmla="*/ 2403821 w 3966650"/>
                  <a:gd name="connsiteY79" fmla="*/ 2857959 h 3093283"/>
                  <a:gd name="connsiteX80" fmla="*/ 2365245 w 3966650"/>
                  <a:gd name="connsiteY80" fmla="*/ 2875351 h 3093283"/>
                  <a:gd name="connsiteX81" fmla="*/ 2345909 w 3966650"/>
                  <a:gd name="connsiteY81" fmla="*/ 2884009 h 3093283"/>
                  <a:gd name="connsiteX82" fmla="*/ 2326287 w 3966650"/>
                  <a:gd name="connsiteY82" fmla="*/ 2891868 h 3093283"/>
                  <a:gd name="connsiteX83" fmla="*/ 2247516 w 3966650"/>
                  <a:gd name="connsiteY83" fmla="*/ 2922957 h 3093283"/>
                  <a:gd name="connsiteX84" fmla="*/ 2167792 w 3966650"/>
                  <a:gd name="connsiteY84" fmla="*/ 2951304 h 3093283"/>
                  <a:gd name="connsiteX85" fmla="*/ 2127691 w 3966650"/>
                  <a:gd name="connsiteY85" fmla="*/ 2964839 h 3093283"/>
                  <a:gd name="connsiteX86" fmla="*/ 2087400 w 3966650"/>
                  <a:gd name="connsiteY86" fmla="*/ 2977688 h 3093283"/>
                  <a:gd name="connsiteX87" fmla="*/ 1923856 w 3966650"/>
                  <a:gd name="connsiteY87" fmla="*/ 3021503 h 3093283"/>
                  <a:gd name="connsiteX88" fmla="*/ 1841275 w 3966650"/>
                  <a:gd name="connsiteY88" fmla="*/ 3040162 h 3093283"/>
                  <a:gd name="connsiteX89" fmla="*/ 1758026 w 3966650"/>
                  <a:gd name="connsiteY89" fmla="*/ 3055155 h 3093283"/>
                  <a:gd name="connsiteX90" fmla="*/ 1716402 w 3966650"/>
                  <a:gd name="connsiteY90" fmla="*/ 3062479 h 3093283"/>
                  <a:gd name="connsiteX91" fmla="*/ 1674492 w 3966650"/>
                  <a:gd name="connsiteY91" fmla="*/ 3067947 h 3093283"/>
                  <a:gd name="connsiteX92" fmla="*/ 1590586 w 3966650"/>
                  <a:gd name="connsiteY92" fmla="*/ 3078520 h 3093283"/>
                  <a:gd name="connsiteX93" fmla="*/ 1506442 w 3966650"/>
                  <a:gd name="connsiteY93" fmla="*/ 3085416 h 3093283"/>
                  <a:gd name="connsiteX94" fmla="*/ 1422222 w 3966650"/>
                  <a:gd name="connsiteY94" fmla="*/ 3090416 h 3093283"/>
                  <a:gd name="connsiteX95" fmla="*/ 1253687 w 3966650"/>
                  <a:gd name="connsiteY95" fmla="*/ 3091750 h 3093283"/>
                  <a:gd name="connsiteX96" fmla="*/ 1169429 w 3966650"/>
                  <a:gd name="connsiteY96" fmla="*/ 3089131 h 3093283"/>
                  <a:gd name="connsiteX97" fmla="*/ 1085237 w 3966650"/>
                  <a:gd name="connsiteY97" fmla="*/ 3082825 h 3093283"/>
                  <a:gd name="connsiteX98" fmla="*/ 1043155 w 3966650"/>
                  <a:gd name="connsiteY98" fmla="*/ 3079491 h 3093283"/>
                  <a:gd name="connsiteX99" fmla="*/ 1001246 w 3966650"/>
                  <a:gd name="connsiteY99" fmla="*/ 3074329 h 3093283"/>
                  <a:gd name="connsiteX100" fmla="*/ 917426 w 3966650"/>
                  <a:gd name="connsiteY100" fmla="*/ 3063575 h 3093283"/>
                  <a:gd name="connsiteX101" fmla="*/ 834082 w 3966650"/>
                  <a:gd name="connsiteY101" fmla="*/ 3049192 h 3093283"/>
                  <a:gd name="connsiteX102" fmla="*/ 751081 w 3966650"/>
                  <a:gd name="connsiteY102" fmla="*/ 3032866 h 3093283"/>
                  <a:gd name="connsiteX103" fmla="*/ 114802 w 3966650"/>
                  <a:gd name="connsiteY103" fmla="*/ 2806923 h 3093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3966650" h="3093283">
                    <a:moveTo>
                      <a:pt x="3022279" y="445381"/>
                    </a:moveTo>
                    <a:cubicBezTo>
                      <a:pt x="3021612" y="348873"/>
                      <a:pt x="3013230" y="252566"/>
                      <a:pt x="2997133" y="157411"/>
                    </a:cubicBezTo>
                    <a:lnTo>
                      <a:pt x="3927154" y="-494"/>
                    </a:lnTo>
                    <a:cubicBezTo>
                      <a:pt x="3952301" y="146658"/>
                      <a:pt x="3965254" y="295629"/>
                      <a:pt x="3965825" y="444905"/>
                    </a:cubicBezTo>
                    <a:close/>
                    <a:moveTo>
                      <a:pt x="114802" y="2806923"/>
                    </a:moveTo>
                    <a:cubicBezTo>
                      <a:pt x="52394" y="2622206"/>
                      <a:pt x="13636" y="2430324"/>
                      <a:pt x="-556" y="2235862"/>
                    </a:cubicBezTo>
                    <a:cubicBezTo>
                      <a:pt x="-3556" y="2202334"/>
                      <a:pt x="18789" y="2171787"/>
                      <a:pt x="51651" y="2164481"/>
                    </a:cubicBezTo>
                    <a:cubicBezTo>
                      <a:pt x="223120" y="2120466"/>
                      <a:pt x="387788" y="2053287"/>
                      <a:pt x="541112" y="1964809"/>
                    </a:cubicBezTo>
                    <a:cubicBezTo>
                      <a:pt x="670519" y="2030750"/>
                      <a:pt x="807936" y="2079633"/>
                      <a:pt x="949925" y="2110218"/>
                    </a:cubicBezTo>
                    <a:cubicBezTo>
                      <a:pt x="967470" y="2114875"/>
                      <a:pt x="985491" y="2117342"/>
                      <a:pt x="1003322" y="2120647"/>
                    </a:cubicBezTo>
                    <a:cubicBezTo>
                      <a:pt x="1021210" y="2123667"/>
                      <a:pt x="1038984" y="2127400"/>
                      <a:pt x="1056938" y="2130077"/>
                    </a:cubicBezTo>
                    <a:lnTo>
                      <a:pt x="1111012" y="2136859"/>
                    </a:lnTo>
                    <a:lnTo>
                      <a:pt x="1138034" y="2140383"/>
                    </a:lnTo>
                    <a:lnTo>
                      <a:pt x="1165276" y="2142288"/>
                    </a:lnTo>
                    <a:lnTo>
                      <a:pt x="1219702" y="2146536"/>
                    </a:lnTo>
                    <a:cubicBezTo>
                      <a:pt x="1237894" y="2147489"/>
                      <a:pt x="1256173" y="2147432"/>
                      <a:pt x="1274403" y="2148041"/>
                    </a:cubicBezTo>
                    <a:cubicBezTo>
                      <a:pt x="1310875" y="2150013"/>
                      <a:pt x="1347346" y="2147879"/>
                      <a:pt x="1383827" y="2147260"/>
                    </a:cubicBezTo>
                    <a:cubicBezTo>
                      <a:pt x="1402115" y="2147412"/>
                      <a:pt x="1420193" y="2145155"/>
                      <a:pt x="1438348" y="2143945"/>
                    </a:cubicBezTo>
                    <a:cubicBezTo>
                      <a:pt x="1456445" y="2142412"/>
                      <a:pt x="1474686" y="2141517"/>
                      <a:pt x="1492774" y="2139678"/>
                    </a:cubicBezTo>
                    <a:lnTo>
                      <a:pt x="1546828" y="2132706"/>
                    </a:lnTo>
                    <a:lnTo>
                      <a:pt x="1573879" y="2129391"/>
                    </a:lnTo>
                    <a:lnTo>
                      <a:pt x="1600645" y="2124467"/>
                    </a:lnTo>
                    <a:lnTo>
                      <a:pt x="1654251" y="2114942"/>
                    </a:lnTo>
                    <a:cubicBezTo>
                      <a:pt x="1672015" y="2111189"/>
                      <a:pt x="1689636" y="2106712"/>
                      <a:pt x="1707258" y="2102759"/>
                    </a:cubicBezTo>
                    <a:cubicBezTo>
                      <a:pt x="1742881" y="2095673"/>
                      <a:pt x="1777362" y="2084100"/>
                      <a:pt x="1812318" y="2074746"/>
                    </a:cubicBezTo>
                    <a:cubicBezTo>
                      <a:pt x="1821177" y="2072555"/>
                      <a:pt x="1829654" y="2069336"/>
                      <a:pt x="1838227" y="2066431"/>
                    </a:cubicBezTo>
                    <a:lnTo>
                      <a:pt x="1863944" y="2057668"/>
                    </a:lnTo>
                    <a:cubicBezTo>
                      <a:pt x="1881089" y="2051601"/>
                      <a:pt x="1898615" y="2046791"/>
                      <a:pt x="1915189" y="2039571"/>
                    </a:cubicBezTo>
                    <a:lnTo>
                      <a:pt x="1965861" y="2019568"/>
                    </a:lnTo>
                    <a:lnTo>
                      <a:pt x="1978530" y="2014634"/>
                    </a:lnTo>
                    <a:lnTo>
                      <a:pt x="1990817" y="2008919"/>
                    </a:lnTo>
                    <a:lnTo>
                      <a:pt x="2015582" y="1997641"/>
                    </a:lnTo>
                    <a:lnTo>
                      <a:pt x="2040443" y="1986478"/>
                    </a:lnTo>
                    <a:lnTo>
                      <a:pt x="2052825" y="1980925"/>
                    </a:lnTo>
                    <a:cubicBezTo>
                      <a:pt x="2056921" y="1978963"/>
                      <a:pt x="2060921" y="1976772"/>
                      <a:pt x="2065017" y="1974715"/>
                    </a:cubicBezTo>
                    <a:lnTo>
                      <a:pt x="2113404" y="1949855"/>
                    </a:lnTo>
                    <a:cubicBezTo>
                      <a:pt x="2129882" y="1942101"/>
                      <a:pt x="2145122" y="1932148"/>
                      <a:pt x="2160933" y="1923299"/>
                    </a:cubicBezTo>
                    <a:lnTo>
                      <a:pt x="2184650" y="1909754"/>
                    </a:lnTo>
                    <a:cubicBezTo>
                      <a:pt x="2192461" y="1905268"/>
                      <a:pt x="2200462" y="1900896"/>
                      <a:pt x="2207987" y="1895753"/>
                    </a:cubicBezTo>
                    <a:cubicBezTo>
                      <a:pt x="2331908" y="1819134"/>
                      <a:pt x="2445636" y="1727065"/>
                      <a:pt x="2546411" y="1621756"/>
                    </a:cubicBezTo>
                    <a:cubicBezTo>
                      <a:pt x="2596797" y="1569245"/>
                      <a:pt x="2643947" y="1513619"/>
                      <a:pt x="2687475" y="1455212"/>
                    </a:cubicBezTo>
                    <a:cubicBezTo>
                      <a:pt x="2708050" y="1425218"/>
                      <a:pt x="2730529" y="1396490"/>
                      <a:pt x="2749197" y="1365276"/>
                    </a:cubicBezTo>
                    <a:cubicBezTo>
                      <a:pt x="2758913" y="1349865"/>
                      <a:pt x="2769200" y="1334854"/>
                      <a:pt x="2778440" y="1319243"/>
                    </a:cubicBezTo>
                    <a:lnTo>
                      <a:pt x="2805586" y="1271922"/>
                    </a:lnTo>
                    <a:cubicBezTo>
                      <a:pt x="2809967" y="1263997"/>
                      <a:pt x="2814920" y="1256349"/>
                      <a:pt x="2819016" y="1248205"/>
                    </a:cubicBezTo>
                    <a:lnTo>
                      <a:pt x="2831303" y="1223907"/>
                    </a:lnTo>
                    <a:cubicBezTo>
                      <a:pt x="2839494" y="1207714"/>
                      <a:pt x="2848067" y="1191674"/>
                      <a:pt x="2856067" y="1175329"/>
                    </a:cubicBezTo>
                    <a:lnTo>
                      <a:pt x="2878357" y="1125647"/>
                    </a:lnTo>
                    <a:cubicBezTo>
                      <a:pt x="2882072" y="1117360"/>
                      <a:pt x="2886071" y="1109187"/>
                      <a:pt x="2889596" y="1100825"/>
                    </a:cubicBezTo>
                    <a:lnTo>
                      <a:pt x="2899407" y="1075450"/>
                    </a:lnTo>
                    <a:lnTo>
                      <a:pt x="2919504" y="1024824"/>
                    </a:lnTo>
                    <a:lnTo>
                      <a:pt x="2936745" y="973218"/>
                    </a:lnTo>
                    <a:lnTo>
                      <a:pt x="2945603" y="947501"/>
                    </a:lnTo>
                    <a:lnTo>
                      <a:pt x="2953032" y="921307"/>
                    </a:lnTo>
                    <a:lnTo>
                      <a:pt x="2967986" y="868919"/>
                    </a:lnTo>
                    <a:cubicBezTo>
                      <a:pt x="3003705" y="727616"/>
                      <a:pt x="3022089" y="582493"/>
                      <a:pt x="3022850" y="436742"/>
                    </a:cubicBezTo>
                    <a:lnTo>
                      <a:pt x="3965825" y="436742"/>
                    </a:lnTo>
                    <a:cubicBezTo>
                      <a:pt x="3965064" y="662598"/>
                      <a:pt x="3936393" y="887503"/>
                      <a:pt x="3880577" y="1106349"/>
                    </a:cubicBezTo>
                    <a:lnTo>
                      <a:pt x="3857526" y="1187912"/>
                    </a:lnTo>
                    <a:lnTo>
                      <a:pt x="3845715" y="1228621"/>
                    </a:lnTo>
                    <a:lnTo>
                      <a:pt x="3832286" y="1268798"/>
                    </a:lnTo>
                    <a:lnTo>
                      <a:pt x="3805043" y="1349056"/>
                    </a:lnTo>
                    <a:lnTo>
                      <a:pt x="3774182" y="1427961"/>
                    </a:lnTo>
                    <a:lnTo>
                      <a:pt x="3758561" y="1467337"/>
                    </a:lnTo>
                    <a:cubicBezTo>
                      <a:pt x="3753037" y="1480348"/>
                      <a:pt x="3747132" y="1493150"/>
                      <a:pt x="3741417" y="1506047"/>
                    </a:cubicBezTo>
                    <a:lnTo>
                      <a:pt x="3706460" y="1583199"/>
                    </a:lnTo>
                    <a:cubicBezTo>
                      <a:pt x="3694173" y="1608593"/>
                      <a:pt x="3681029" y="1633596"/>
                      <a:pt x="3668264" y="1658752"/>
                    </a:cubicBezTo>
                    <a:lnTo>
                      <a:pt x="3648834" y="1696394"/>
                    </a:lnTo>
                    <a:cubicBezTo>
                      <a:pt x="3642452" y="1708958"/>
                      <a:pt x="3635118" y="1720997"/>
                      <a:pt x="3628165" y="1733313"/>
                    </a:cubicBezTo>
                    <a:lnTo>
                      <a:pt x="3585968" y="1806656"/>
                    </a:lnTo>
                    <a:cubicBezTo>
                      <a:pt x="3571491" y="1830849"/>
                      <a:pt x="3555870" y="1854357"/>
                      <a:pt x="3540820" y="1878179"/>
                    </a:cubicBezTo>
                    <a:cubicBezTo>
                      <a:pt x="3511197" y="1926232"/>
                      <a:pt x="3477384" y="1971381"/>
                      <a:pt x="3444904" y="2017444"/>
                    </a:cubicBezTo>
                    <a:cubicBezTo>
                      <a:pt x="3242593" y="2289516"/>
                      <a:pt x="2990656" y="2520926"/>
                      <a:pt x="2702525" y="2699491"/>
                    </a:cubicBezTo>
                    <a:cubicBezTo>
                      <a:pt x="2690809" y="2707264"/>
                      <a:pt x="2678522" y="2714236"/>
                      <a:pt x="2666330" y="2721284"/>
                    </a:cubicBezTo>
                    <a:lnTo>
                      <a:pt x="2629659" y="2742430"/>
                    </a:lnTo>
                    <a:cubicBezTo>
                      <a:pt x="2605084" y="2756269"/>
                      <a:pt x="2581081" y="2771062"/>
                      <a:pt x="2555745" y="2783540"/>
                    </a:cubicBezTo>
                    <a:lnTo>
                      <a:pt x="2480497" y="2822135"/>
                    </a:lnTo>
                    <a:lnTo>
                      <a:pt x="2461638" y="2831660"/>
                    </a:lnTo>
                    <a:lnTo>
                      <a:pt x="2442397" y="2840452"/>
                    </a:lnTo>
                    <a:lnTo>
                      <a:pt x="2403821" y="2857959"/>
                    </a:lnTo>
                    <a:lnTo>
                      <a:pt x="2365245" y="2875351"/>
                    </a:lnTo>
                    <a:lnTo>
                      <a:pt x="2345909" y="2884009"/>
                    </a:lnTo>
                    <a:lnTo>
                      <a:pt x="2326287" y="2891868"/>
                    </a:lnTo>
                    <a:lnTo>
                      <a:pt x="2247516" y="2922957"/>
                    </a:lnTo>
                    <a:cubicBezTo>
                      <a:pt x="2221418" y="2933759"/>
                      <a:pt x="2194461" y="2942007"/>
                      <a:pt x="2167792" y="2951304"/>
                    </a:cubicBezTo>
                    <a:lnTo>
                      <a:pt x="2127691" y="2964839"/>
                    </a:lnTo>
                    <a:cubicBezTo>
                      <a:pt x="2114262" y="2969296"/>
                      <a:pt x="2101022" y="2974021"/>
                      <a:pt x="2087400" y="2977688"/>
                    </a:cubicBezTo>
                    <a:cubicBezTo>
                      <a:pt x="2033013" y="2992928"/>
                      <a:pt x="1979101" y="3009787"/>
                      <a:pt x="1923856" y="3021503"/>
                    </a:cubicBezTo>
                    <a:cubicBezTo>
                      <a:pt x="1896329" y="3027780"/>
                      <a:pt x="1868897" y="3034409"/>
                      <a:pt x="1841275" y="3040162"/>
                    </a:cubicBezTo>
                    <a:lnTo>
                      <a:pt x="1758026" y="3055155"/>
                    </a:lnTo>
                    <a:lnTo>
                      <a:pt x="1716402" y="3062479"/>
                    </a:lnTo>
                    <a:lnTo>
                      <a:pt x="1674492" y="3067947"/>
                    </a:lnTo>
                    <a:lnTo>
                      <a:pt x="1590586" y="3078520"/>
                    </a:lnTo>
                    <a:cubicBezTo>
                      <a:pt x="1562592" y="3081377"/>
                      <a:pt x="1534493" y="3083158"/>
                      <a:pt x="1506442" y="3085416"/>
                    </a:cubicBezTo>
                    <a:cubicBezTo>
                      <a:pt x="1478372" y="3087321"/>
                      <a:pt x="1450321" y="3090178"/>
                      <a:pt x="1422222" y="3090416"/>
                    </a:cubicBezTo>
                    <a:cubicBezTo>
                      <a:pt x="1366025" y="3091836"/>
                      <a:pt x="1309827" y="3094150"/>
                      <a:pt x="1253687" y="3091750"/>
                    </a:cubicBezTo>
                    <a:cubicBezTo>
                      <a:pt x="1225598" y="3090921"/>
                      <a:pt x="1197489" y="3090578"/>
                      <a:pt x="1169429" y="3089131"/>
                    </a:cubicBezTo>
                    <a:lnTo>
                      <a:pt x="1085237" y="3082825"/>
                    </a:lnTo>
                    <a:lnTo>
                      <a:pt x="1043155" y="3079491"/>
                    </a:lnTo>
                    <a:lnTo>
                      <a:pt x="1001246" y="3074329"/>
                    </a:lnTo>
                    <a:lnTo>
                      <a:pt x="917426" y="3063575"/>
                    </a:lnTo>
                    <a:cubicBezTo>
                      <a:pt x="889565" y="3059412"/>
                      <a:pt x="861857" y="3054050"/>
                      <a:pt x="834082" y="3049192"/>
                    </a:cubicBezTo>
                    <a:cubicBezTo>
                      <a:pt x="806345" y="3044087"/>
                      <a:pt x="778484" y="3039667"/>
                      <a:pt x="751081" y="3032866"/>
                    </a:cubicBezTo>
                    <a:cubicBezTo>
                      <a:pt x="530139" y="2985289"/>
                      <a:pt x="316274" y="2909346"/>
                      <a:pt x="114802" y="2806923"/>
                    </a:cubicBezTo>
                    <a:close/>
                  </a:path>
                </a:pathLst>
              </a:custGeom>
              <a:gradFill>
                <a:gsLst>
                  <a:gs pos="5000">
                    <a:srgbClr val="00B050">
                      <a:alpha val="80000"/>
                    </a:srgbClr>
                  </a:gs>
                  <a:gs pos="98000">
                    <a:srgbClr val="00B050">
                      <a:alpha val="0"/>
                    </a:srgbClr>
                  </a:gs>
                </a:gsLst>
                <a:lin ang="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图形 90"/>
              <p:cNvSpPr/>
              <p:nvPr/>
            </p:nvSpPr>
            <p:spPr>
              <a:xfrm>
                <a:off x="3719850" y="7663900"/>
                <a:ext cx="4200525" cy="2651633"/>
              </a:xfrm>
              <a:custGeom>
                <a:avLst/>
                <a:gdLst>
                  <a:gd name="connsiteX0" fmla="*/ 4199730 w 4200525"/>
                  <a:gd name="connsiteY0" fmla="*/ 2202138 h 2651633"/>
                  <a:gd name="connsiteX1" fmla="*/ 4155914 w 4200525"/>
                  <a:gd name="connsiteY1" fmla="*/ 2263289 h 2651633"/>
                  <a:gd name="connsiteX2" fmla="*/ 4109623 w 4200525"/>
                  <a:gd name="connsiteY2" fmla="*/ 2322572 h 2651633"/>
                  <a:gd name="connsiteX3" fmla="*/ 4014468 w 4200525"/>
                  <a:gd name="connsiteY3" fmla="*/ 2434853 h 2651633"/>
                  <a:gd name="connsiteX4" fmla="*/ 3914742 w 4200525"/>
                  <a:gd name="connsiteY4" fmla="*/ 2538828 h 2651633"/>
                  <a:gd name="connsiteX5" fmla="*/ 3810253 w 4200525"/>
                  <a:gd name="connsiteY5" fmla="*/ 2634392 h 2651633"/>
                  <a:gd name="connsiteX6" fmla="*/ 3721860 w 4200525"/>
                  <a:gd name="connsiteY6" fmla="*/ 2635059 h 2651633"/>
                  <a:gd name="connsiteX7" fmla="*/ 3612800 w 4200525"/>
                  <a:gd name="connsiteY7" fmla="*/ 2553144 h 2651633"/>
                  <a:gd name="connsiteX8" fmla="*/ 3500309 w 4200525"/>
                  <a:gd name="connsiteY8" fmla="*/ 2480087 h 2651633"/>
                  <a:gd name="connsiteX9" fmla="*/ 3385723 w 4200525"/>
                  <a:gd name="connsiteY9" fmla="*/ 2415975 h 2651633"/>
                  <a:gd name="connsiteX10" fmla="*/ 3328288 w 4200525"/>
                  <a:gd name="connsiteY10" fmla="*/ 2387209 h 2651633"/>
                  <a:gd name="connsiteX11" fmla="*/ 3269423 w 4200525"/>
                  <a:gd name="connsiteY11" fmla="*/ 2360892 h 2651633"/>
                  <a:gd name="connsiteX12" fmla="*/ 3259993 w 4200525"/>
                  <a:gd name="connsiteY12" fmla="*/ 2307313 h 2651633"/>
                  <a:gd name="connsiteX13" fmla="*/ 3247610 w 4200525"/>
                  <a:gd name="connsiteY13" fmla="*/ 2254364 h 2651633"/>
                  <a:gd name="connsiteX14" fmla="*/ 3241610 w 4200525"/>
                  <a:gd name="connsiteY14" fmla="*/ 2227856 h 2651633"/>
                  <a:gd name="connsiteX15" fmla="*/ 3234275 w 4200525"/>
                  <a:gd name="connsiteY15" fmla="*/ 2201681 h 2651633"/>
                  <a:gd name="connsiteX16" fmla="*/ 3219512 w 4200525"/>
                  <a:gd name="connsiteY16" fmla="*/ 2149389 h 2651633"/>
                  <a:gd name="connsiteX17" fmla="*/ 3142074 w 4200525"/>
                  <a:gd name="connsiteY17" fmla="*/ 1946363 h 2651633"/>
                  <a:gd name="connsiteX18" fmla="*/ 3130929 w 4200525"/>
                  <a:gd name="connsiteY18" fmla="*/ 1921551 h 2651633"/>
                  <a:gd name="connsiteX19" fmla="*/ 3125310 w 4200525"/>
                  <a:gd name="connsiteY19" fmla="*/ 1909168 h 2651633"/>
                  <a:gd name="connsiteX20" fmla="*/ 3119023 w 4200525"/>
                  <a:gd name="connsiteY20" fmla="*/ 1897100 h 2651633"/>
                  <a:gd name="connsiteX21" fmla="*/ 3094163 w 4200525"/>
                  <a:gd name="connsiteY21" fmla="*/ 1848665 h 2651633"/>
                  <a:gd name="connsiteX22" fmla="*/ 3088067 w 4200525"/>
                  <a:gd name="connsiteY22" fmla="*/ 1836531 h 2651633"/>
                  <a:gd name="connsiteX23" fmla="*/ 3081209 w 4200525"/>
                  <a:gd name="connsiteY23" fmla="*/ 1824767 h 2651633"/>
                  <a:gd name="connsiteX24" fmla="*/ 3067493 w 4200525"/>
                  <a:gd name="connsiteY24" fmla="*/ 1801202 h 2651633"/>
                  <a:gd name="connsiteX25" fmla="*/ 3053968 w 4200525"/>
                  <a:gd name="connsiteY25" fmla="*/ 1777571 h 2651633"/>
                  <a:gd name="connsiteX26" fmla="*/ 3047300 w 4200525"/>
                  <a:gd name="connsiteY26" fmla="*/ 1765731 h 2651633"/>
                  <a:gd name="connsiteX27" fmla="*/ 3039871 w 4200525"/>
                  <a:gd name="connsiteY27" fmla="*/ 1754301 h 2651633"/>
                  <a:gd name="connsiteX28" fmla="*/ 3010438 w 4200525"/>
                  <a:gd name="connsiteY28" fmla="*/ 1708448 h 2651633"/>
                  <a:gd name="connsiteX29" fmla="*/ 3003104 w 4200525"/>
                  <a:gd name="connsiteY29" fmla="*/ 1696942 h 2651633"/>
                  <a:gd name="connsiteX30" fmla="*/ 2995198 w 4200525"/>
                  <a:gd name="connsiteY30" fmla="*/ 1685845 h 2651633"/>
                  <a:gd name="connsiteX31" fmla="*/ 2979292 w 4200525"/>
                  <a:gd name="connsiteY31" fmla="*/ 1663671 h 2651633"/>
                  <a:gd name="connsiteX32" fmla="*/ 2963575 w 4200525"/>
                  <a:gd name="connsiteY32" fmla="*/ 1641430 h 2651633"/>
                  <a:gd name="connsiteX33" fmla="*/ 2955669 w 4200525"/>
                  <a:gd name="connsiteY33" fmla="*/ 1630286 h 2651633"/>
                  <a:gd name="connsiteX34" fmla="*/ 2947288 w 4200525"/>
                  <a:gd name="connsiteY34" fmla="*/ 1619551 h 2651633"/>
                  <a:gd name="connsiteX35" fmla="*/ 2913569 w 4200525"/>
                  <a:gd name="connsiteY35" fmla="*/ 1576689 h 2651633"/>
                  <a:gd name="connsiteX36" fmla="*/ 2878326 w 4200525"/>
                  <a:gd name="connsiteY36" fmla="*/ 1535026 h 2651633"/>
                  <a:gd name="connsiteX37" fmla="*/ 2860514 w 4200525"/>
                  <a:gd name="connsiteY37" fmla="*/ 1514376 h 2651633"/>
                  <a:gd name="connsiteX38" fmla="*/ 2842227 w 4200525"/>
                  <a:gd name="connsiteY38" fmla="*/ 1494107 h 2651633"/>
                  <a:gd name="connsiteX39" fmla="*/ 2765455 w 4200525"/>
                  <a:gd name="connsiteY39" fmla="*/ 1416478 h 2651633"/>
                  <a:gd name="connsiteX40" fmla="*/ 2218815 w 4200525"/>
                  <a:gd name="connsiteY40" fmla="*/ 1064482 h 2651633"/>
                  <a:gd name="connsiteX41" fmla="*/ 2168143 w 4200525"/>
                  <a:gd name="connsiteY41" fmla="*/ 1044594 h 2651633"/>
                  <a:gd name="connsiteX42" fmla="*/ 2116612 w 4200525"/>
                  <a:gd name="connsiteY42" fmla="*/ 1027277 h 2651633"/>
                  <a:gd name="connsiteX43" fmla="*/ 2090800 w 4200525"/>
                  <a:gd name="connsiteY43" fmla="*/ 1018514 h 2651633"/>
                  <a:gd name="connsiteX44" fmla="*/ 2064606 w 4200525"/>
                  <a:gd name="connsiteY44" fmla="*/ 1011208 h 2651633"/>
                  <a:gd name="connsiteX45" fmla="*/ 2012314 w 4200525"/>
                  <a:gd name="connsiteY45" fmla="*/ 996244 h 2651633"/>
                  <a:gd name="connsiteX46" fmla="*/ 1798267 w 4200525"/>
                  <a:gd name="connsiteY46" fmla="*/ 956144 h 2651633"/>
                  <a:gd name="connsiteX47" fmla="*/ 1771217 w 4200525"/>
                  <a:gd name="connsiteY47" fmla="*/ 952639 h 2651633"/>
                  <a:gd name="connsiteX48" fmla="*/ 1757691 w 4200525"/>
                  <a:gd name="connsiteY48" fmla="*/ 950886 h 2651633"/>
                  <a:gd name="connsiteX49" fmla="*/ 1744061 w 4200525"/>
                  <a:gd name="connsiteY49" fmla="*/ 949934 h 2651633"/>
                  <a:gd name="connsiteX50" fmla="*/ 1689568 w 4200525"/>
                  <a:gd name="connsiteY50" fmla="*/ 945810 h 2651633"/>
                  <a:gd name="connsiteX51" fmla="*/ 1634895 w 4200525"/>
                  <a:gd name="connsiteY51" fmla="*/ 943552 h 2651633"/>
                  <a:gd name="connsiteX52" fmla="*/ 1580126 w 4200525"/>
                  <a:gd name="connsiteY52" fmla="*/ 942181 h 2651633"/>
                  <a:gd name="connsiteX53" fmla="*/ 1362051 w 4200525"/>
                  <a:gd name="connsiteY53" fmla="*/ 956830 h 2651633"/>
                  <a:gd name="connsiteX54" fmla="*/ 1334990 w 4200525"/>
                  <a:gd name="connsiteY54" fmla="*/ 960193 h 2651633"/>
                  <a:gd name="connsiteX55" fmla="*/ 1321446 w 4200525"/>
                  <a:gd name="connsiteY55" fmla="*/ 961840 h 2651633"/>
                  <a:gd name="connsiteX56" fmla="*/ 1308054 w 4200525"/>
                  <a:gd name="connsiteY56" fmla="*/ 964307 h 2651633"/>
                  <a:gd name="connsiteX57" fmla="*/ 1254419 w 4200525"/>
                  <a:gd name="connsiteY57" fmla="*/ 973889 h 2651633"/>
                  <a:gd name="connsiteX58" fmla="*/ 1201203 w 4200525"/>
                  <a:gd name="connsiteY58" fmla="*/ 985320 h 2651633"/>
                  <a:gd name="connsiteX59" fmla="*/ 1148215 w 4200525"/>
                  <a:gd name="connsiteY59" fmla="*/ 997769 h 2651633"/>
                  <a:gd name="connsiteX60" fmla="*/ 1095885 w 4200525"/>
                  <a:gd name="connsiteY60" fmla="*/ 1012685 h 2651633"/>
                  <a:gd name="connsiteX61" fmla="*/ 1069748 w 4200525"/>
                  <a:gd name="connsiteY61" fmla="*/ 1020219 h 2651633"/>
                  <a:gd name="connsiteX62" fmla="*/ 1044030 w 4200525"/>
                  <a:gd name="connsiteY62" fmla="*/ 1029030 h 2651633"/>
                  <a:gd name="connsiteX63" fmla="*/ 992472 w 4200525"/>
                  <a:gd name="connsiteY63" fmla="*/ 1046432 h 2651633"/>
                  <a:gd name="connsiteX64" fmla="*/ 941875 w 4200525"/>
                  <a:gd name="connsiteY64" fmla="*/ 1066434 h 2651633"/>
                  <a:gd name="connsiteX65" fmla="*/ 916510 w 4200525"/>
                  <a:gd name="connsiteY65" fmla="*/ 1076302 h 2651633"/>
                  <a:gd name="connsiteX66" fmla="*/ 891745 w 4200525"/>
                  <a:gd name="connsiteY66" fmla="*/ 1087618 h 2651633"/>
                  <a:gd name="connsiteX67" fmla="*/ 842072 w 4200525"/>
                  <a:gd name="connsiteY67" fmla="*/ 1109916 h 2651633"/>
                  <a:gd name="connsiteX68" fmla="*/ 793599 w 4200525"/>
                  <a:gd name="connsiteY68" fmla="*/ 1134776 h 2651633"/>
                  <a:gd name="connsiteX69" fmla="*/ 769301 w 4200525"/>
                  <a:gd name="connsiteY69" fmla="*/ 1147073 h 2651633"/>
                  <a:gd name="connsiteX70" fmla="*/ 745669 w 4200525"/>
                  <a:gd name="connsiteY70" fmla="*/ 1160637 h 2651633"/>
                  <a:gd name="connsiteX71" fmla="*/ 698349 w 4200525"/>
                  <a:gd name="connsiteY71" fmla="*/ 1187697 h 2651633"/>
                  <a:gd name="connsiteX72" fmla="*/ 652410 w 4200525"/>
                  <a:gd name="connsiteY72" fmla="*/ 1217053 h 2651633"/>
                  <a:gd name="connsiteX73" fmla="*/ 629388 w 4200525"/>
                  <a:gd name="connsiteY73" fmla="*/ 1231674 h 2651633"/>
                  <a:gd name="connsiteX74" fmla="*/ 607090 w 4200525"/>
                  <a:gd name="connsiteY74" fmla="*/ 1247381 h 2651633"/>
                  <a:gd name="connsiteX75" fmla="*/ 562561 w 4200525"/>
                  <a:gd name="connsiteY75" fmla="*/ 1278899 h 2651633"/>
                  <a:gd name="connsiteX76" fmla="*/ -796 w 4200525"/>
                  <a:gd name="connsiteY76" fmla="*/ 522757 h 2651633"/>
                  <a:gd name="connsiteX77" fmla="*/ 68080 w 4200525"/>
                  <a:gd name="connsiteY77" fmla="*/ 473751 h 2651633"/>
                  <a:gd name="connsiteX78" fmla="*/ 102751 w 4200525"/>
                  <a:gd name="connsiteY78" fmla="*/ 449586 h 2651633"/>
                  <a:gd name="connsiteX79" fmla="*/ 138308 w 4200525"/>
                  <a:gd name="connsiteY79" fmla="*/ 426726 h 2651633"/>
                  <a:gd name="connsiteX80" fmla="*/ 209745 w 4200525"/>
                  <a:gd name="connsiteY80" fmla="*/ 381425 h 2651633"/>
                  <a:gd name="connsiteX81" fmla="*/ 283088 w 4200525"/>
                  <a:gd name="connsiteY81" fmla="*/ 339210 h 2651633"/>
                  <a:gd name="connsiteX82" fmla="*/ 319902 w 4200525"/>
                  <a:gd name="connsiteY82" fmla="*/ 318388 h 2651633"/>
                  <a:gd name="connsiteX83" fmla="*/ 357526 w 4200525"/>
                  <a:gd name="connsiteY83" fmla="*/ 299015 h 2651633"/>
                  <a:gd name="connsiteX84" fmla="*/ 432973 w 4200525"/>
                  <a:gd name="connsiteY84" fmla="*/ 260657 h 2651633"/>
                  <a:gd name="connsiteX85" fmla="*/ 510126 w 4200525"/>
                  <a:gd name="connsiteY85" fmla="*/ 225710 h 2651633"/>
                  <a:gd name="connsiteX86" fmla="*/ 548769 w 4200525"/>
                  <a:gd name="connsiteY86" fmla="*/ 208403 h 2651633"/>
                  <a:gd name="connsiteX87" fmla="*/ 588116 w 4200525"/>
                  <a:gd name="connsiteY87" fmla="*/ 192754 h 2651633"/>
                  <a:gd name="connsiteX88" fmla="*/ 666974 w 4200525"/>
                  <a:gd name="connsiteY88" fmla="*/ 161826 h 2651633"/>
                  <a:gd name="connsiteX89" fmla="*/ 747145 w 4200525"/>
                  <a:gd name="connsiteY89" fmla="*/ 134451 h 2651633"/>
                  <a:gd name="connsiteX90" fmla="*/ 787313 w 4200525"/>
                  <a:gd name="connsiteY90" fmla="*/ 120992 h 2651633"/>
                  <a:gd name="connsiteX91" fmla="*/ 827946 w 4200525"/>
                  <a:gd name="connsiteY91" fmla="*/ 109038 h 2651633"/>
                  <a:gd name="connsiteX92" fmla="*/ 909471 w 4200525"/>
                  <a:gd name="connsiteY92" fmla="*/ 85997 h 2651633"/>
                  <a:gd name="connsiteX93" fmla="*/ 991872 w 4200525"/>
                  <a:gd name="connsiteY93" fmla="*/ 66366 h 2651633"/>
                  <a:gd name="connsiteX94" fmla="*/ 1074682 w 4200525"/>
                  <a:gd name="connsiteY94" fmla="*/ 48707 h 2651633"/>
                  <a:gd name="connsiteX95" fmla="*/ 1158045 w 4200525"/>
                  <a:gd name="connsiteY95" fmla="*/ 33858 h 2651633"/>
                  <a:gd name="connsiteX96" fmla="*/ 1178895 w 4200525"/>
                  <a:gd name="connsiteY96" fmla="*/ 30219 h 2651633"/>
                  <a:gd name="connsiteX97" fmla="*/ 1199850 w 4200525"/>
                  <a:gd name="connsiteY97" fmla="*/ 27466 h 2651633"/>
                  <a:gd name="connsiteX98" fmla="*/ 1241760 w 4200525"/>
                  <a:gd name="connsiteY98" fmla="*/ 22075 h 2651633"/>
                  <a:gd name="connsiteX99" fmla="*/ 1578678 w 4200525"/>
                  <a:gd name="connsiteY99" fmla="*/ -261 h 2651633"/>
                  <a:gd name="connsiteX100" fmla="*/ 1663022 w 4200525"/>
                  <a:gd name="connsiteY100" fmla="*/ 1520 h 2651633"/>
                  <a:gd name="connsiteX101" fmla="*/ 1747337 w 4200525"/>
                  <a:gd name="connsiteY101" fmla="*/ 5130 h 2651633"/>
                  <a:gd name="connsiteX102" fmla="*/ 1831605 w 4200525"/>
                  <a:gd name="connsiteY102" fmla="*/ 11541 h 2651633"/>
                  <a:gd name="connsiteX103" fmla="*/ 1852655 w 4200525"/>
                  <a:gd name="connsiteY103" fmla="*/ 13217 h 2651633"/>
                  <a:gd name="connsiteX104" fmla="*/ 1873658 w 4200525"/>
                  <a:gd name="connsiteY104" fmla="*/ 15751 h 2651633"/>
                  <a:gd name="connsiteX105" fmla="*/ 1915625 w 4200525"/>
                  <a:gd name="connsiteY105" fmla="*/ 21008 h 2651633"/>
                  <a:gd name="connsiteX106" fmla="*/ 2248153 w 4200525"/>
                  <a:gd name="connsiteY106" fmla="*/ 83711 h 2651633"/>
                  <a:gd name="connsiteX107" fmla="*/ 2329686 w 4200525"/>
                  <a:gd name="connsiteY107" fmla="*/ 106714 h 2651633"/>
                  <a:gd name="connsiteX108" fmla="*/ 2370453 w 4200525"/>
                  <a:gd name="connsiteY108" fmla="*/ 118383 h 2651633"/>
                  <a:gd name="connsiteX109" fmla="*/ 2410649 w 4200525"/>
                  <a:gd name="connsiteY109" fmla="*/ 131718 h 2651633"/>
                  <a:gd name="connsiteX110" fmla="*/ 2490850 w 4200525"/>
                  <a:gd name="connsiteY110" fmla="*/ 158940 h 2651633"/>
                  <a:gd name="connsiteX111" fmla="*/ 2569812 w 4200525"/>
                  <a:gd name="connsiteY111" fmla="*/ 189620 h 2651633"/>
                  <a:gd name="connsiteX112" fmla="*/ 3159695 w 4200525"/>
                  <a:gd name="connsiteY112" fmla="*/ 517842 h 2651633"/>
                  <a:gd name="connsiteX113" fmla="*/ 3417917 w 4200525"/>
                  <a:gd name="connsiteY113" fmla="*/ 735441 h 2651633"/>
                  <a:gd name="connsiteX114" fmla="*/ 3536504 w 4200525"/>
                  <a:gd name="connsiteY114" fmla="*/ 855684 h 2651633"/>
                  <a:gd name="connsiteX115" fmla="*/ 3564793 w 4200525"/>
                  <a:gd name="connsiteY115" fmla="*/ 887012 h 2651633"/>
                  <a:gd name="connsiteX116" fmla="*/ 3592511 w 4200525"/>
                  <a:gd name="connsiteY116" fmla="*/ 918873 h 2651633"/>
                  <a:gd name="connsiteX117" fmla="*/ 3646899 w 4200525"/>
                  <a:gd name="connsiteY117" fmla="*/ 983453 h 2651633"/>
                  <a:gd name="connsiteX118" fmla="*/ 3699096 w 4200525"/>
                  <a:gd name="connsiteY118" fmla="*/ 1049851 h 2651633"/>
                  <a:gd name="connsiteX119" fmla="*/ 3712049 w 4200525"/>
                  <a:gd name="connsiteY119" fmla="*/ 1066549 h 2651633"/>
                  <a:gd name="connsiteX120" fmla="*/ 3724337 w 4200525"/>
                  <a:gd name="connsiteY120" fmla="*/ 1083694 h 2651633"/>
                  <a:gd name="connsiteX121" fmla="*/ 3748911 w 4200525"/>
                  <a:gd name="connsiteY121" fmla="*/ 1118079 h 2651633"/>
                  <a:gd name="connsiteX122" fmla="*/ 3773391 w 4200525"/>
                  <a:gd name="connsiteY122" fmla="*/ 1152531 h 2651633"/>
                  <a:gd name="connsiteX123" fmla="*/ 3785488 w 4200525"/>
                  <a:gd name="connsiteY123" fmla="*/ 1169819 h 2651633"/>
                  <a:gd name="connsiteX124" fmla="*/ 3797013 w 4200525"/>
                  <a:gd name="connsiteY124" fmla="*/ 1187554 h 2651633"/>
                  <a:gd name="connsiteX125" fmla="*/ 3842638 w 4200525"/>
                  <a:gd name="connsiteY125" fmla="*/ 1258677 h 2651633"/>
                  <a:gd name="connsiteX126" fmla="*/ 3853972 w 4200525"/>
                  <a:gd name="connsiteY126" fmla="*/ 1276518 h 2651633"/>
                  <a:gd name="connsiteX127" fmla="*/ 3864545 w 4200525"/>
                  <a:gd name="connsiteY127" fmla="*/ 1294787 h 2651633"/>
                  <a:gd name="connsiteX128" fmla="*/ 3885690 w 4200525"/>
                  <a:gd name="connsiteY128" fmla="*/ 1331391 h 2651633"/>
                  <a:gd name="connsiteX129" fmla="*/ 3906741 w 4200525"/>
                  <a:gd name="connsiteY129" fmla="*/ 1368053 h 2651633"/>
                  <a:gd name="connsiteX130" fmla="*/ 3917218 w 4200525"/>
                  <a:gd name="connsiteY130" fmla="*/ 1386408 h 2651633"/>
                  <a:gd name="connsiteX131" fmla="*/ 3926934 w 4200525"/>
                  <a:gd name="connsiteY131" fmla="*/ 1405172 h 2651633"/>
                  <a:gd name="connsiteX132" fmla="*/ 3965605 w 4200525"/>
                  <a:gd name="connsiteY132" fmla="*/ 1480419 h 2651633"/>
                  <a:gd name="connsiteX133" fmla="*/ 3975130 w 4200525"/>
                  <a:gd name="connsiteY133" fmla="*/ 1499260 h 2651633"/>
                  <a:gd name="connsiteX134" fmla="*/ 3984084 w 4200525"/>
                  <a:gd name="connsiteY134" fmla="*/ 1518453 h 2651633"/>
                  <a:gd name="connsiteX135" fmla="*/ 4001514 w 4200525"/>
                  <a:gd name="connsiteY135" fmla="*/ 1556953 h 2651633"/>
                  <a:gd name="connsiteX136" fmla="*/ 4121815 w 4200525"/>
                  <a:gd name="connsiteY136" fmla="*/ 1873040 h 2651633"/>
                  <a:gd name="connsiteX137" fmla="*/ 4145057 w 4200525"/>
                  <a:gd name="connsiteY137" fmla="*/ 1954421 h 2651633"/>
                  <a:gd name="connsiteX138" fmla="*/ 4156200 w 4200525"/>
                  <a:gd name="connsiteY138" fmla="*/ 1995217 h 2651633"/>
                  <a:gd name="connsiteX139" fmla="*/ 4165821 w 4200525"/>
                  <a:gd name="connsiteY139" fmla="*/ 2036403 h 2651633"/>
                  <a:gd name="connsiteX140" fmla="*/ 4184680 w 4200525"/>
                  <a:gd name="connsiteY140" fmla="*/ 2118871 h 265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</a:cxnLst>
                <a:rect l="l" t="t" r="r" b="b"/>
                <a:pathLst>
                  <a:path w="4200525" h="2651633">
                    <a:moveTo>
                      <a:pt x="4199730" y="2202138"/>
                    </a:moveTo>
                    <a:cubicBezTo>
                      <a:pt x="4185157" y="2222884"/>
                      <a:pt x="4171060" y="2243200"/>
                      <a:pt x="4155914" y="2263289"/>
                    </a:cubicBezTo>
                    <a:cubicBezTo>
                      <a:pt x="4140579" y="2283406"/>
                      <a:pt x="4125149" y="2303170"/>
                      <a:pt x="4109623" y="2322572"/>
                    </a:cubicBezTo>
                    <a:cubicBezTo>
                      <a:pt x="4078476" y="2361406"/>
                      <a:pt x="4048092" y="2398715"/>
                      <a:pt x="4014468" y="2434853"/>
                    </a:cubicBezTo>
                    <a:cubicBezTo>
                      <a:pt x="3981417" y="2470944"/>
                      <a:pt x="3948745" y="2505576"/>
                      <a:pt x="3914742" y="2538828"/>
                    </a:cubicBezTo>
                    <a:cubicBezTo>
                      <a:pt x="3880071" y="2572108"/>
                      <a:pt x="3845113" y="2603960"/>
                      <a:pt x="3810253" y="2634392"/>
                    </a:cubicBezTo>
                    <a:cubicBezTo>
                      <a:pt x="3785107" y="2656776"/>
                      <a:pt x="3747293" y="2657062"/>
                      <a:pt x="3721860" y="2635059"/>
                    </a:cubicBezTo>
                    <a:cubicBezTo>
                      <a:pt x="3685475" y="2606341"/>
                      <a:pt x="3649089" y="2579033"/>
                      <a:pt x="3612800" y="2553144"/>
                    </a:cubicBezTo>
                    <a:cubicBezTo>
                      <a:pt x="3575747" y="2527322"/>
                      <a:pt x="3537647" y="2503014"/>
                      <a:pt x="3500309" y="2480087"/>
                    </a:cubicBezTo>
                    <a:cubicBezTo>
                      <a:pt x="3463543" y="2457094"/>
                      <a:pt x="3424014" y="2435882"/>
                      <a:pt x="3385723" y="2415975"/>
                    </a:cubicBezTo>
                    <a:cubicBezTo>
                      <a:pt x="3366482" y="2406031"/>
                      <a:pt x="3347338" y="2396439"/>
                      <a:pt x="3328288" y="2387209"/>
                    </a:cubicBezTo>
                    <a:cubicBezTo>
                      <a:pt x="3309047" y="2377998"/>
                      <a:pt x="3288950" y="2369321"/>
                      <a:pt x="3269423" y="2360892"/>
                    </a:cubicBezTo>
                    <a:lnTo>
                      <a:pt x="3259993" y="2307313"/>
                    </a:lnTo>
                    <a:lnTo>
                      <a:pt x="3247610" y="2254364"/>
                    </a:lnTo>
                    <a:lnTo>
                      <a:pt x="3241610" y="2227856"/>
                    </a:lnTo>
                    <a:cubicBezTo>
                      <a:pt x="3239610" y="2219026"/>
                      <a:pt x="3236656" y="2210416"/>
                      <a:pt x="3234275" y="2201681"/>
                    </a:cubicBezTo>
                    <a:lnTo>
                      <a:pt x="3219512" y="2149389"/>
                    </a:lnTo>
                    <a:cubicBezTo>
                      <a:pt x="3197985" y="2080152"/>
                      <a:pt x="3172173" y="2012334"/>
                      <a:pt x="3142074" y="1946363"/>
                    </a:cubicBezTo>
                    <a:lnTo>
                      <a:pt x="3130929" y="1921551"/>
                    </a:lnTo>
                    <a:cubicBezTo>
                      <a:pt x="3129025" y="1917436"/>
                      <a:pt x="3127310" y="1913235"/>
                      <a:pt x="3125310" y="1909168"/>
                    </a:cubicBezTo>
                    <a:lnTo>
                      <a:pt x="3119023" y="1897100"/>
                    </a:lnTo>
                    <a:lnTo>
                      <a:pt x="3094163" y="1848665"/>
                    </a:lnTo>
                    <a:lnTo>
                      <a:pt x="3088067" y="1836531"/>
                    </a:lnTo>
                    <a:lnTo>
                      <a:pt x="3081209" y="1824767"/>
                    </a:lnTo>
                    <a:lnTo>
                      <a:pt x="3067493" y="1801202"/>
                    </a:lnTo>
                    <a:lnTo>
                      <a:pt x="3053968" y="1777571"/>
                    </a:lnTo>
                    <a:lnTo>
                      <a:pt x="3047300" y="1765731"/>
                    </a:lnTo>
                    <a:lnTo>
                      <a:pt x="3039871" y="1754301"/>
                    </a:lnTo>
                    <a:lnTo>
                      <a:pt x="3010438" y="1708448"/>
                    </a:lnTo>
                    <a:lnTo>
                      <a:pt x="3003104" y="1696942"/>
                    </a:lnTo>
                    <a:cubicBezTo>
                      <a:pt x="3000532" y="1693179"/>
                      <a:pt x="2997865" y="1689550"/>
                      <a:pt x="2995198" y="1685845"/>
                    </a:cubicBezTo>
                    <a:lnTo>
                      <a:pt x="2979292" y="1663671"/>
                    </a:lnTo>
                    <a:lnTo>
                      <a:pt x="2963575" y="1641430"/>
                    </a:lnTo>
                    <a:lnTo>
                      <a:pt x="2955669" y="1630286"/>
                    </a:lnTo>
                    <a:cubicBezTo>
                      <a:pt x="2953003" y="1626609"/>
                      <a:pt x="2950049" y="1623142"/>
                      <a:pt x="2947288" y="1619551"/>
                    </a:cubicBezTo>
                    <a:lnTo>
                      <a:pt x="2913569" y="1576689"/>
                    </a:lnTo>
                    <a:cubicBezTo>
                      <a:pt x="2902710" y="1562020"/>
                      <a:pt x="2890043" y="1548923"/>
                      <a:pt x="2878326" y="1535026"/>
                    </a:cubicBezTo>
                    <a:lnTo>
                      <a:pt x="2860514" y="1514376"/>
                    </a:lnTo>
                    <a:cubicBezTo>
                      <a:pt x="2854609" y="1507442"/>
                      <a:pt x="2848703" y="1500517"/>
                      <a:pt x="2842227" y="1494107"/>
                    </a:cubicBezTo>
                    <a:cubicBezTo>
                      <a:pt x="2816890" y="1468008"/>
                      <a:pt x="2792507" y="1440881"/>
                      <a:pt x="2765455" y="1416478"/>
                    </a:cubicBezTo>
                    <a:cubicBezTo>
                      <a:pt x="2607722" y="1264888"/>
                      <a:pt x="2422079" y="1145349"/>
                      <a:pt x="2218815" y="1064482"/>
                    </a:cubicBezTo>
                    <a:cubicBezTo>
                      <a:pt x="2201861" y="1057948"/>
                      <a:pt x="2185097" y="1050966"/>
                      <a:pt x="2168143" y="1044594"/>
                    </a:cubicBezTo>
                    <a:lnTo>
                      <a:pt x="2116612" y="1027277"/>
                    </a:lnTo>
                    <a:lnTo>
                      <a:pt x="2090800" y="1018514"/>
                    </a:lnTo>
                    <a:lnTo>
                      <a:pt x="2064606" y="1011208"/>
                    </a:lnTo>
                    <a:lnTo>
                      <a:pt x="2012314" y="996244"/>
                    </a:lnTo>
                    <a:cubicBezTo>
                      <a:pt x="1941857" y="978500"/>
                      <a:pt x="1870372" y="965117"/>
                      <a:pt x="1798267" y="956144"/>
                    </a:cubicBezTo>
                    <a:lnTo>
                      <a:pt x="1771217" y="952639"/>
                    </a:lnTo>
                    <a:lnTo>
                      <a:pt x="1757691" y="950886"/>
                    </a:lnTo>
                    <a:lnTo>
                      <a:pt x="1744061" y="949934"/>
                    </a:lnTo>
                    <a:lnTo>
                      <a:pt x="1689568" y="945810"/>
                    </a:lnTo>
                    <a:cubicBezTo>
                      <a:pt x="1671471" y="943838"/>
                      <a:pt x="1653135" y="944114"/>
                      <a:pt x="1634895" y="943552"/>
                    </a:cubicBezTo>
                    <a:lnTo>
                      <a:pt x="1580126" y="942181"/>
                    </a:lnTo>
                    <a:cubicBezTo>
                      <a:pt x="1507203" y="942647"/>
                      <a:pt x="1434374" y="947534"/>
                      <a:pt x="1362051" y="956830"/>
                    </a:cubicBezTo>
                    <a:lnTo>
                      <a:pt x="1334990" y="960193"/>
                    </a:lnTo>
                    <a:lnTo>
                      <a:pt x="1321446" y="961840"/>
                    </a:lnTo>
                    <a:lnTo>
                      <a:pt x="1308054" y="964307"/>
                    </a:lnTo>
                    <a:lnTo>
                      <a:pt x="1254419" y="973889"/>
                    </a:lnTo>
                    <a:cubicBezTo>
                      <a:pt x="1236416" y="976490"/>
                      <a:pt x="1218919" y="981405"/>
                      <a:pt x="1201203" y="985320"/>
                    </a:cubicBezTo>
                    <a:cubicBezTo>
                      <a:pt x="1183572" y="989596"/>
                      <a:pt x="1165722" y="993006"/>
                      <a:pt x="1148215" y="997769"/>
                    </a:cubicBezTo>
                    <a:lnTo>
                      <a:pt x="1095885" y="1012685"/>
                    </a:lnTo>
                    <a:cubicBezTo>
                      <a:pt x="1087188" y="1015247"/>
                      <a:pt x="1078339" y="1017305"/>
                      <a:pt x="1069748" y="1020219"/>
                    </a:cubicBezTo>
                    <a:lnTo>
                      <a:pt x="1044030" y="1029030"/>
                    </a:lnTo>
                    <a:lnTo>
                      <a:pt x="992472" y="1046432"/>
                    </a:lnTo>
                    <a:lnTo>
                      <a:pt x="941875" y="1066434"/>
                    </a:lnTo>
                    <a:lnTo>
                      <a:pt x="916510" y="1076302"/>
                    </a:lnTo>
                    <a:lnTo>
                      <a:pt x="891745" y="1087618"/>
                    </a:lnTo>
                    <a:lnTo>
                      <a:pt x="842072" y="1109916"/>
                    </a:lnTo>
                    <a:lnTo>
                      <a:pt x="793599" y="1134776"/>
                    </a:lnTo>
                    <a:lnTo>
                      <a:pt x="769301" y="1147073"/>
                    </a:lnTo>
                    <a:cubicBezTo>
                      <a:pt x="761319" y="1151416"/>
                      <a:pt x="753556" y="1156150"/>
                      <a:pt x="745669" y="1160637"/>
                    </a:cubicBezTo>
                    <a:lnTo>
                      <a:pt x="698349" y="1187697"/>
                    </a:lnTo>
                    <a:cubicBezTo>
                      <a:pt x="682909" y="1197279"/>
                      <a:pt x="667774" y="1207357"/>
                      <a:pt x="652410" y="1217053"/>
                    </a:cubicBezTo>
                    <a:lnTo>
                      <a:pt x="629388" y="1231674"/>
                    </a:lnTo>
                    <a:cubicBezTo>
                      <a:pt x="621768" y="1236598"/>
                      <a:pt x="614548" y="1242152"/>
                      <a:pt x="607090" y="1247381"/>
                    </a:cubicBezTo>
                    <a:lnTo>
                      <a:pt x="562561" y="1278899"/>
                    </a:lnTo>
                    <a:lnTo>
                      <a:pt x="-796" y="522757"/>
                    </a:lnTo>
                    <a:lnTo>
                      <a:pt x="68080" y="473751"/>
                    </a:lnTo>
                    <a:cubicBezTo>
                      <a:pt x="79643" y="465702"/>
                      <a:pt x="90940" y="457311"/>
                      <a:pt x="102751" y="449586"/>
                    </a:cubicBezTo>
                    <a:lnTo>
                      <a:pt x="138308" y="426726"/>
                    </a:lnTo>
                    <a:cubicBezTo>
                      <a:pt x="162120" y="411581"/>
                      <a:pt x="185695" y="396189"/>
                      <a:pt x="209745" y="381425"/>
                    </a:cubicBezTo>
                    <a:lnTo>
                      <a:pt x="283088" y="339210"/>
                    </a:lnTo>
                    <a:cubicBezTo>
                      <a:pt x="295356" y="332266"/>
                      <a:pt x="307510" y="325113"/>
                      <a:pt x="319902" y="318388"/>
                    </a:cubicBezTo>
                    <a:lnTo>
                      <a:pt x="357526" y="299015"/>
                    </a:lnTo>
                    <a:lnTo>
                      <a:pt x="432973" y="260657"/>
                    </a:lnTo>
                    <a:lnTo>
                      <a:pt x="510126" y="225710"/>
                    </a:lnTo>
                    <a:lnTo>
                      <a:pt x="548769" y="208403"/>
                    </a:lnTo>
                    <a:lnTo>
                      <a:pt x="588116" y="192754"/>
                    </a:lnTo>
                    <a:lnTo>
                      <a:pt x="666974" y="161826"/>
                    </a:lnTo>
                    <a:cubicBezTo>
                      <a:pt x="693596" y="152425"/>
                      <a:pt x="720399" y="143510"/>
                      <a:pt x="747145" y="134451"/>
                    </a:cubicBezTo>
                    <a:lnTo>
                      <a:pt x="787313" y="120992"/>
                    </a:lnTo>
                    <a:cubicBezTo>
                      <a:pt x="800714" y="116573"/>
                      <a:pt x="814402" y="113029"/>
                      <a:pt x="827946" y="109038"/>
                    </a:cubicBezTo>
                    <a:lnTo>
                      <a:pt x="909471" y="85997"/>
                    </a:lnTo>
                    <a:cubicBezTo>
                      <a:pt x="936741" y="78682"/>
                      <a:pt x="964392" y="72882"/>
                      <a:pt x="991872" y="66366"/>
                    </a:cubicBezTo>
                    <a:cubicBezTo>
                      <a:pt x="1019427" y="60213"/>
                      <a:pt x="1046811" y="53222"/>
                      <a:pt x="1074682" y="48707"/>
                    </a:cubicBezTo>
                    <a:lnTo>
                      <a:pt x="1158045" y="33858"/>
                    </a:lnTo>
                    <a:lnTo>
                      <a:pt x="1178895" y="30219"/>
                    </a:lnTo>
                    <a:lnTo>
                      <a:pt x="1199850" y="27466"/>
                    </a:lnTo>
                    <a:lnTo>
                      <a:pt x="1241760" y="22075"/>
                    </a:lnTo>
                    <a:cubicBezTo>
                      <a:pt x="1353497" y="7721"/>
                      <a:pt x="1466017" y="263"/>
                      <a:pt x="1578678" y="-261"/>
                    </a:cubicBezTo>
                    <a:cubicBezTo>
                      <a:pt x="1606787" y="-42"/>
                      <a:pt x="1634876" y="873"/>
                      <a:pt x="1663022" y="1520"/>
                    </a:cubicBezTo>
                    <a:cubicBezTo>
                      <a:pt x="1691140" y="2387"/>
                      <a:pt x="1719220" y="2549"/>
                      <a:pt x="1747337" y="5130"/>
                    </a:cubicBezTo>
                    <a:lnTo>
                      <a:pt x="1831605" y="11541"/>
                    </a:lnTo>
                    <a:lnTo>
                      <a:pt x="1852655" y="13217"/>
                    </a:lnTo>
                    <a:lnTo>
                      <a:pt x="1873658" y="15751"/>
                    </a:lnTo>
                    <a:lnTo>
                      <a:pt x="1915625" y="21008"/>
                    </a:lnTo>
                    <a:cubicBezTo>
                      <a:pt x="2027649" y="34972"/>
                      <a:pt x="2138710" y="55918"/>
                      <a:pt x="2248153" y="83711"/>
                    </a:cubicBezTo>
                    <a:lnTo>
                      <a:pt x="2329686" y="106714"/>
                    </a:lnTo>
                    <a:lnTo>
                      <a:pt x="2370453" y="118383"/>
                    </a:lnTo>
                    <a:lnTo>
                      <a:pt x="2410649" y="131718"/>
                    </a:lnTo>
                    <a:lnTo>
                      <a:pt x="2490850" y="158940"/>
                    </a:lnTo>
                    <a:cubicBezTo>
                      <a:pt x="2517329" y="168751"/>
                      <a:pt x="2543523" y="179333"/>
                      <a:pt x="2569812" y="189620"/>
                    </a:cubicBezTo>
                    <a:cubicBezTo>
                      <a:pt x="2779647" y="273450"/>
                      <a:pt x="2977863" y="383759"/>
                      <a:pt x="3159695" y="517842"/>
                    </a:cubicBezTo>
                    <a:cubicBezTo>
                      <a:pt x="3250278" y="584869"/>
                      <a:pt x="3336575" y="657545"/>
                      <a:pt x="3417917" y="735441"/>
                    </a:cubicBezTo>
                    <a:cubicBezTo>
                      <a:pt x="3459351" y="773607"/>
                      <a:pt x="3497642" y="814936"/>
                      <a:pt x="3536504" y="855684"/>
                    </a:cubicBezTo>
                    <a:cubicBezTo>
                      <a:pt x="3546314" y="865743"/>
                      <a:pt x="3555554" y="876363"/>
                      <a:pt x="3564793" y="887012"/>
                    </a:cubicBezTo>
                    <a:lnTo>
                      <a:pt x="3592511" y="918873"/>
                    </a:lnTo>
                    <a:cubicBezTo>
                      <a:pt x="3610703" y="940314"/>
                      <a:pt x="3629849" y="961040"/>
                      <a:pt x="3646899" y="983453"/>
                    </a:cubicBezTo>
                    <a:lnTo>
                      <a:pt x="3699096" y="1049851"/>
                    </a:lnTo>
                    <a:cubicBezTo>
                      <a:pt x="3703477" y="1055423"/>
                      <a:pt x="3707859" y="1060881"/>
                      <a:pt x="3712049" y="1066549"/>
                    </a:cubicBezTo>
                    <a:lnTo>
                      <a:pt x="3724337" y="1083694"/>
                    </a:lnTo>
                    <a:lnTo>
                      <a:pt x="3748911" y="1118079"/>
                    </a:lnTo>
                    <a:lnTo>
                      <a:pt x="3773391" y="1152531"/>
                    </a:lnTo>
                    <a:lnTo>
                      <a:pt x="3785488" y="1169819"/>
                    </a:lnTo>
                    <a:lnTo>
                      <a:pt x="3797013" y="1187554"/>
                    </a:lnTo>
                    <a:lnTo>
                      <a:pt x="3842638" y="1258677"/>
                    </a:lnTo>
                    <a:lnTo>
                      <a:pt x="3853972" y="1276518"/>
                    </a:lnTo>
                    <a:lnTo>
                      <a:pt x="3864545" y="1294787"/>
                    </a:lnTo>
                    <a:lnTo>
                      <a:pt x="3885690" y="1331391"/>
                    </a:lnTo>
                    <a:lnTo>
                      <a:pt x="3906741" y="1368053"/>
                    </a:lnTo>
                    <a:lnTo>
                      <a:pt x="3917218" y="1386408"/>
                    </a:lnTo>
                    <a:lnTo>
                      <a:pt x="3926934" y="1405172"/>
                    </a:lnTo>
                    <a:lnTo>
                      <a:pt x="3965605" y="1480419"/>
                    </a:lnTo>
                    <a:lnTo>
                      <a:pt x="3975130" y="1499260"/>
                    </a:lnTo>
                    <a:cubicBezTo>
                      <a:pt x="3978274" y="1505585"/>
                      <a:pt x="3981131" y="1512052"/>
                      <a:pt x="3984084" y="1518453"/>
                    </a:cubicBezTo>
                    <a:lnTo>
                      <a:pt x="4001514" y="1556953"/>
                    </a:lnTo>
                    <a:cubicBezTo>
                      <a:pt x="4048282" y="1659651"/>
                      <a:pt x="4088478" y="1765226"/>
                      <a:pt x="4121815" y="1873040"/>
                    </a:cubicBezTo>
                    <a:lnTo>
                      <a:pt x="4145057" y="1954421"/>
                    </a:lnTo>
                    <a:cubicBezTo>
                      <a:pt x="4148770" y="1968023"/>
                      <a:pt x="4152962" y="1981511"/>
                      <a:pt x="4156200" y="1995217"/>
                    </a:cubicBezTo>
                    <a:lnTo>
                      <a:pt x="4165821" y="2036403"/>
                    </a:lnTo>
                    <a:lnTo>
                      <a:pt x="4184680" y="2118871"/>
                    </a:lnTo>
                    <a:close/>
                  </a:path>
                </a:pathLst>
              </a:custGeom>
              <a:gradFill>
                <a:gsLst>
                  <a:gs pos="5000">
                    <a:srgbClr val="00B050">
                      <a:alpha val="0"/>
                    </a:srgbClr>
                  </a:gs>
                  <a:gs pos="69000">
                    <a:srgbClr val="00B050">
                      <a:alpha val="80000"/>
                    </a:srgbClr>
                  </a:gs>
                </a:gsLst>
                <a:lin ang="27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图形 91"/>
              <p:cNvSpPr/>
              <p:nvPr/>
            </p:nvSpPr>
            <p:spPr>
              <a:xfrm>
                <a:off x="2665442" y="8175261"/>
                <a:ext cx="1885893" cy="4500638"/>
              </a:xfrm>
              <a:custGeom>
                <a:avLst/>
                <a:gdLst>
                  <a:gd name="connsiteX0" fmla="*/ 1068422 w 1885893"/>
                  <a:gd name="connsiteY0" fmla="*/ -316 h 4500638"/>
                  <a:gd name="connsiteX1" fmla="*/ 1629883 w 1885893"/>
                  <a:gd name="connsiteY1" fmla="*/ 151132 h 4500638"/>
                  <a:gd name="connsiteX2" fmla="*/ 1670374 w 1885893"/>
                  <a:gd name="connsiteY2" fmla="*/ 229599 h 4500638"/>
                  <a:gd name="connsiteX3" fmla="*/ 1630369 w 1885893"/>
                  <a:gd name="connsiteY3" fmla="*/ 755912 h 4500638"/>
                  <a:gd name="connsiteX4" fmla="*/ 1090539 w 1885893"/>
                  <a:gd name="connsiteY4" fmla="*/ 1428377 h 4500638"/>
                  <a:gd name="connsiteX5" fmla="*/ 1048915 w 1885893"/>
                  <a:gd name="connsiteY5" fmla="*/ 1528780 h 4500638"/>
                  <a:gd name="connsiteX6" fmla="*/ 1043905 w 1885893"/>
                  <a:gd name="connsiteY6" fmla="*/ 1541410 h 4500638"/>
                  <a:gd name="connsiteX7" fmla="*/ 1039628 w 1885893"/>
                  <a:gd name="connsiteY7" fmla="*/ 1554307 h 4500638"/>
                  <a:gd name="connsiteX8" fmla="*/ 1030980 w 1885893"/>
                  <a:gd name="connsiteY8" fmla="*/ 1580025 h 4500638"/>
                  <a:gd name="connsiteX9" fmla="*/ 1022226 w 1885893"/>
                  <a:gd name="connsiteY9" fmla="*/ 1605742 h 4500638"/>
                  <a:gd name="connsiteX10" fmla="*/ 1017807 w 1885893"/>
                  <a:gd name="connsiteY10" fmla="*/ 1618591 h 4500638"/>
                  <a:gd name="connsiteX11" fmla="*/ 1014092 w 1885893"/>
                  <a:gd name="connsiteY11" fmla="*/ 1631650 h 4500638"/>
                  <a:gd name="connsiteX12" fmla="*/ 986269 w 1885893"/>
                  <a:gd name="connsiteY12" fmla="*/ 1736701 h 4500638"/>
                  <a:gd name="connsiteX13" fmla="*/ 974267 w 1885893"/>
                  <a:gd name="connsiteY13" fmla="*/ 1789727 h 4500638"/>
                  <a:gd name="connsiteX14" fmla="*/ 964742 w 1885893"/>
                  <a:gd name="connsiteY14" fmla="*/ 1843295 h 4500638"/>
                  <a:gd name="connsiteX15" fmla="*/ 959980 w 1885893"/>
                  <a:gd name="connsiteY15" fmla="*/ 1870089 h 4500638"/>
                  <a:gd name="connsiteX16" fmla="*/ 956666 w 1885893"/>
                  <a:gd name="connsiteY16" fmla="*/ 1897122 h 4500638"/>
                  <a:gd name="connsiteX17" fmla="*/ 949683 w 1885893"/>
                  <a:gd name="connsiteY17" fmla="*/ 1951147 h 4500638"/>
                  <a:gd name="connsiteX18" fmla="*/ 945588 w 1885893"/>
                  <a:gd name="connsiteY18" fmla="*/ 2005563 h 4500638"/>
                  <a:gd name="connsiteX19" fmla="*/ 942426 w 1885893"/>
                  <a:gd name="connsiteY19" fmla="*/ 2060084 h 4500638"/>
                  <a:gd name="connsiteX20" fmla="*/ 941016 w 1885893"/>
                  <a:gd name="connsiteY20" fmla="*/ 2114768 h 4500638"/>
                  <a:gd name="connsiteX21" fmla="*/ 940587 w 1885893"/>
                  <a:gd name="connsiteY21" fmla="*/ 2128445 h 4500638"/>
                  <a:gd name="connsiteX22" fmla="*/ 941016 w 1885893"/>
                  <a:gd name="connsiteY22" fmla="*/ 2142114 h 4500638"/>
                  <a:gd name="connsiteX23" fmla="*/ 941778 w 1885893"/>
                  <a:gd name="connsiteY23" fmla="*/ 2169460 h 4500638"/>
                  <a:gd name="connsiteX24" fmla="*/ 943426 w 1885893"/>
                  <a:gd name="connsiteY24" fmla="*/ 2224114 h 4500638"/>
                  <a:gd name="connsiteX25" fmla="*/ 947636 w 1885893"/>
                  <a:gd name="connsiteY25" fmla="*/ 2278531 h 4500638"/>
                  <a:gd name="connsiteX26" fmla="*/ 949693 w 1885893"/>
                  <a:gd name="connsiteY26" fmla="*/ 2305734 h 4500638"/>
                  <a:gd name="connsiteX27" fmla="*/ 953246 w 1885893"/>
                  <a:gd name="connsiteY27" fmla="*/ 2332747 h 4500638"/>
                  <a:gd name="connsiteX28" fmla="*/ 959990 w 1885893"/>
                  <a:gd name="connsiteY28" fmla="*/ 2386802 h 4500638"/>
                  <a:gd name="connsiteX29" fmla="*/ 969515 w 1885893"/>
                  <a:gd name="connsiteY29" fmla="*/ 2440361 h 4500638"/>
                  <a:gd name="connsiteX30" fmla="*/ 974191 w 1885893"/>
                  <a:gd name="connsiteY30" fmla="*/ 2467164 h 4500638"/>
                  <a:gd name="connsiteX31" fmla="*/ 980059 w 1885893"/>
                  <a:gd name="connsiteY31" fmla="*/ 2493701 h 4500638"/>
                  <a:gd name="connsiteX32" fmla="*/ 992222 w 1885893"/>
                  <a:gd name="connsiteY32" fmla="*/ 2546688 h 4500638"/>
                  <a:gd name="connsiteX33" fmla="*/ 999214 w 1885893"/>
                  <a:gd name="connsiteY33" fmla="*/ 2572939 h 4500638"/>
                  <a:gd name="connsiteX34" fmla="*/ 1006672 w 1885893"/>
                  <a:gd name="connsiteY34" fmla="*/ 2599067 h 4500638"/>
                  <a:gd name="connsiteX35" fmla="*/ 1014016 w 1885893"/>
                  <a:gd name="connsiteY35" fmla="*/ 2625231 h 4500638"/>
                  <a:gd name="connsiteX36" fmla="*/ 1017740 w 1885893"/>
                  <a:gd name="connsiteY36" fmla="*/ 2638290 h 4500638"/>
                  <a:gd name="connsiteX37" fmla="*/ 1022159 w 1885893"/>
                  <a:gd name="connsiteY37" fmla="*/ 2651140 h 4500638"/>
                  <a:gd name="connsiteX38" fmla="*/ 1039562 w 1885893"/>
                  <a:gd name="connsiteY38" fmla="*/ 2702622 h 4500638"/>
                  <a:gd name="connsiteX39" fmla="*/ 1043838 w 1885893"/>
                  <a:gd name="connsiteY39" fmla="*/ 2715519 h 4500638"/>
                  <a:gd name="connsiteX40" fmla="*/ 1048848 w 1885893"/>
                  <a:gd name="connsiteY40" fmla="*/ 2728149 h 4500638"/>
                  <a:gd name="connsiteX41" fmla="*/ 1059031 w 1885893"/>
                  <a:gd name="connsiteY41" fmla="*/ 2753438 h 4500638"/>
                  <a:gd name="connsiteX42" fmla="*/ 1068946 w 1885893"/>
                  <a:gd name="connsiteY42" fmla="*/ 2778746 h 4500638"/>
                  <a:gd name="connsiteX43" fmla="*/ 1079424 w 1885893"/>
                  <a:gd name="connsiteY43" fmla="*/ 2803835 h 4500638"/>
                  <a:gd name="connsiteX44" fmla="*/ 1125887 w 1885893"/>
                  <a:gd name="connsiteY44" fmla="*/ 2902142 h 4500638"/>
                  <a:gd name="connsiteX45" fmla="*/ 1236291 w 1885893"/>
                  <a:gd name="connsiteY45" fmla="*/ 3089642 h 4500638"/>
                  <a:gd name="connsiteX46" fmla="*/ 1300785 w 1885893"/>
                  <a:gd name="connsiteY46" fmla="*/ 3177472 h 4500638"/>
                  <a:gd name="connsiteX47" fmla="*/ 1334598 w 1885893"/>
                  <a:gd name="connsiteY47" fmla="*/ 3220220 h 4500638"/>
                  <a:gd name="connsiteX48" fmla="*/ 1370326 w 1885893"/>
                  <a:gd name="connsiteY48" fmla="*/ 3261406 h 4500638"/>
                  <a:gd name="connsiteX49" fmla="*/ 1388319 w 1885893"/>
                  <a:gd name="connsiteY49" fmla="*/ 3281885 h 4500638"/>
                  <a:gd name="connsiteX50" fmla="*/ 1407189 w 1885893"/>
                  <a:gd name="connsiteY50" fmla="*/ 3301564 h 4500638"/>
                  <a:gd name="connsiteX51" fmla="*/ 1444917 w 1885893"/>
                  <a:gd name="connsiteY51" fmla="*/ 3340931 h 4500638"/>
                  <a:gd name="connsiteX52" fmla="*/ 1484408 w 1885893"/>
                  <a:gd name="connsiteY52" fmla="*/ 3378525 h 4500638"/>
                  <a:gd name="connsiteX53" fmla="*/ 1504248 w 1885893"/>
                  <a:gd name="connsiteY53" fmla="*/ 3397223 h 4500638"/>
                  <a:gd name="connsiteX54" fmla="*/ 1524908 w 1885893"/>
                  <a:gd name="connsiteY54" fmla="*/ 3415006 h 4500638"/>
                  <a:gd name="connsiteX55" fmla="*/ 1566180 w 1885893"/>
                  <a:gd name="connsiteY55" fmla="*/ 3450620 h 4500638"/>
                  <a:gd name="connsiteX56" fmla="*/ 1609042 w 1885893"/>
                  <a:gd name="connsiteY56" fmla="*/ 3484253 h 4500638"/>
                  <a:gd name="connsiteX57" fmla="*/ 1630540 w 1885893"/>
                  <a:gd name="connsiteY57" fmla="*/ 3500988 h 4500638"/>
                  <a:gd name="connsiteX58" fmla="*/ 1652781 w 1885893"/>
                  <a:gd name="connsiteY58" fmla="*/ 3516705 h 4500638"/>
                  <a:gd name="connsiteX59" fmla="*/ 1697206 w 1885893"/>
                  <a:gd name="connsiteY59" fmla="*/ 3548223 h 4500638"/>
                  <a:gd name="connsiteX60" fmla="*/ 1743069 w 1885893"/>
                  <a:gd name="connsiteY60" fmla="*/ 3577550 h 4500638"/>
                  <a:gd name="connsiteX61" fmla="*/ 1766005 w 1885893"/>
                  <a:gd name="connsiteY61" fmla="*/ 3592200 h 4500638"/>
                  <a:gd name="connsiteX62" fmla="*/ 1789636 w 1885893"/>
                  <a:gd name="connsiteY62" fmla="*/ 3605678 h 4500638"/>
                  <a:gd name="connsiteX63" fmla="*/ 1836785 w 1885893"/>
                  <a:gd name="connsiteY63" fmla="*/ 3632814 h 4500638"/>
                  <a:gd name="connsiteX64" fmla="*/ 1885210 w 1885893"/>
                  <a:gd name="connsiteY64" fmla="*/ 3657579 h 4500638"/>
                  <a:gd name="connsiteX65" fmla="*/ 1463605 w 1885893"/>
                  <a:gd name="connsiteY65" fmla="*/ 4500323 h 4500638"/>
                  <a:gd name="connsiteX66" fmla="*/ 1388481 w 1885893"/>
                  <a:gd name="connsiteY66" fmla="*/ 4461680 h 4500638"/>
                  <a:gd name="connsiteX67" fmla="*/ 1315139 w 1885893"/>
                  <a:gd name="connsiteY67" fmla="*/ 4419770 h 4500638"/>
                  <a:gd name="connsiteX68" fmla="*/ 1278591 w 1885893"/>
                  <a:gd name="connsiteY68" fmla="*/ 4398606 h 4500638"/>
                  <a:gd name="connsiteX69" fmla="*/ 1242892 w 1885893"/>
                  <a:gd name="connsiteY69" fmla="*/ 4376088 h 4500638"/>
                  <a:gd name="connsiteX70" fmla="*/ 1171893 w 1885893"/>
                  <a:gd name="connsiteY70" fmla="*/ 4330369 h 4500638"/>
                  <a:gd name="connsiteX71" fmla="*/ 1102912 w 1885893"/>
                  <a:gd name="connsiteY71" fmla="*/ 4281791 h 4500638"/>
                  <a:gd name="connsiteX72" fmla="*/ 1068622 w 1885893"/>
                  <a:gd name="connsiteY72" fmla="*/ 4257236 h 4500638"/>
                  <a:gd name="connsiteX73" fmla="*/ 1035218 w 1885893"/>
                  <a:gd name="connsiteY73" fmla="*/ 4231518 h 4500638"/>
                  <a:gd name="connsiteX74" fmla="*/ 968943 w 1885893"/>
                  <a:gd name="connsiteY74" fmla="*/ 4179292 h 4500638"/>
                  <a:gd name="connsiteX75" fmla="*/ 904916 w 1885893"/>
                  <a:gd name="connsiteY75" fmla="*/ 4124362 h 4500638"/>
                  <a:gd name="connsiteX76" fmla="*/ 873112 w 1885893"/>
                  <a:gd name="connsiteY76" fmla="*/ 4096654 h 4500638"/>
                  <a:gd name="connsiteX77" fmla="*/ 842289 w 1885893"/>
                  <a:gd name="connsiteY77" fmla="*/ 4067869 h 4500638"/>
                  <a:gd name="connsiteX78" fmla="*/ 781329 w 1885893"/>
                  <a:gd name="connsiteY78" fmla="*/ 4009576 h 4500638"/>
                  <a:gd name="connsiteX79" fmla="*/ 722789 w 1885893"/>
                  <a:gd name="connsiteY79" fmla="*/ 3948835 h 4500638"/>
                  <a:gd name="connsiteX80" fmla="*/ 693766 w 1885893"/>
                  <a:gd name="connsiteY80" fmla="*/ 3918221 h 4500638"/>
                  <a:gd name="connsiteX81" fmla="*/ 665791 w 1885893"/>
                  <a:gd name="connsiteY81" fmla="*/ 3886656 h 4500638"/>
                  <a:gd name="connsiteX82" fmla="*/ 610622 w 1885893"/>
                  <a:gd name="connsiteY82" fmla="*/ 3822838 h 4500638"/>
                  <a:gd name="connsiteX83" fmla="*/ 558082 w 1885893"/>
                  <a:gd name="connsiteY83" fmla="*/ 3756802 h 4500638"/>
                  <a:gd name="connsiteX84" fmla="*/ 458365 w 1885893"/>
                  <a:gd name="connsiteY84" fmla="*/ 3620594 h 4500638"/>
                  <a:gd name="connsiteX85" fmla="*/ 286820 w 1885893"/>
                  <a:gd name="connsiteY85" fmla="*/ 3329720 h 4500638"/>
                  <a:gd name="connsiteX86" fmla="*/ 214754 w 1885893"/>
                  <a:gd name="connsiteY86" fmla="*/ 3176777 h 4500638"/>
                  <a:gd name="connsiteX87" fmla="*/ 198447 w 1885893"/>
                  <a:gd name="connsiteY87" fmla="*/ 3137724 h 4500638"/>
                  <a:gd name="connsiteX88" fmla="*/ 182892 w 1885893"/>
                  <a:gd name="connsiteY88" fmla="*/ 3098386 h 4500638"/>
                  <a:gd name="connsiteX89" fmla="*/ 167462 w 1885893"/>
                  <a:gd name="connsiteY89" fmla="*/ 3059009 h 4500638"/>
                  <a:gd name="connsiteX90" fmla="*/ 159842 w 1885893"/>
                  <a:gd name="connsiteY90" fmla="*/ 3039293 h 4500638"/>
                  <a:gd name="connsiteX91" fmla="*/ 152994 w 1885893"/>
                  <a:gd name="connsiteY91" fmla="*/ 3019290 h 4500638"/>
                  <a:gd name="connsiteX92" fmla="*/ 125905 w 1885893"/>
                  <a:gd name="connsiteY92" fmla="*/ 2939137 h 4500638"/>
                  <a:gd name="connsiteX93" fmla="*/ 119237 w 1885893"/>
                  <a:gd name="connsiteY93" fmla="*/ 2919078 h 4500638"/>
                  <a:gd name="connsiteX94" fmla="*/ 113293 w 1885893"/>
                  <a:gd name="connsiteY94" fmla="*/ 2898780 h 4500638"/>
                  <a:gd name="connsiteX95" fmla="*/ 101682 w 1885893"/>
                  <a:gd name="connsiteY95" fmla="*/ 2858098 h 4500638"/>
                  <a:gd name="connsiteX96" fmla="*/ 90186 w 1885893"/>
                  <a:gd name="connsiteY96" fmla="*/ 2817389 h 4500638"/>
                  <a:gd name="connsiteX97" fmla="*/ 79384 w 1885893"/>
                  <a:gd name="connsiteY97" fmla="*/ 2776498 h 4500638"/>
                  <a:gd name="connsiteX98" fmla="*/ 60334 w 1885893"/>
                  <a:gd name="connsiteY98" fmla="*/ 2694069 h 4500638"/>
                  <a:gd name="connsiteX99" fmla="*/ 51381 w 1885893"/>
                  <a:gd name="connsiteY99" fmla="*/ 2652749 h 4500638"/>
                  <a:gd name="connsiteX100" fmla="*/ 43856 w 1885893"/>
                  <a:gd name="connsiteY100" fmla="*/ 2611144 h 4500638"/>
                  <a:gd name="connsiteX101" fmla="*/ 29321 w 1885893"/>
                  <a:gd name="connsiteY101" fmla="*/ 2527858 h 4500638"/>
                  <a:gd name="connsiteX102" fmla="*/ 18567 w 1885893"/>
                  <a:gd name="connsiteY102" fmla="*/ 2444038 h 4500638"/>
                  <a:gd name="connsiteX103" fmla="*/ 13367 w 1885893"/>
                  <a:gd name="connsiteY103" fmla="*/ 2402127 h 4500638"/>
                  <a:gd name="connsiteX104" fmla="*/ 9899 w 1885893"/>
                  <a:gd name="connsiteY104" fmla="*/ 2360075 h 4500638"/>
                  <a:gd name="connsiteX105" fmla="*/ 3584 w 1885893"/>
                  <a:gd name="connsiteY105" fmla="*/ 2275921 h 4500638"/>
                  <a:gd name="connsiteX106" fmla="*/ 727 w 1885893"/>
                  <a:gd name="connsiteY106" fmla="*/ 2191701 h 4500638"/>
                  <a:gd name="connsiteX107" fmla="*/ -226 w 1885893"/>
                  <a:gd name="connsiteY107" fmla="*/ 2149582 h 4500638"/>
                  <a:gd name="connsiteX108" fmla="*/ -683 w 1885893"/>
                  <a:gd name="connsiteY108" fmla="*/ 2128522 h 4500638"/>
                  <a:gd name="connsiteX109" fmla="*/ -226 w 1885893"/>
                  <a:gd name="connsiteY109" fmla="*/ 2107472 h 4500638"/>
                  <a:gd name="connsiteX110" fmla="*/ 1870 w 1885893"/>
                  <a:gd name="connsiteY110" fmla="*/ 2023232 h 4500638"/>
                  <a:gd name="connsiteX111" fmla="*/ 6632 w 1885893"/>
                  <a:gd name="connsiteY111" fmla="*/ 1939050 h 4500638"/>
                  <a:gd name="connsiteX112" fmla="*/ 13300 w 1885893"/>
                  <a:gd name="connsiteY112" fmla="*/ 1854926 h 4500638"/>
                  <a:gd name="connsiteX113" fmla="*/ 23777 w 1885893"/>
                  <a:gd name="connsiteY113" fmla="*/ 1771106 h 4500638"/>
                  <a:gd name="connsiteX114" fmla="*/ 29216 w 1885893"/>
                  <a:gd name="connsiteY114" fmla="*/ 1729195 h 4500638"/>
                  <a:gd name="connsiteX115" fmla="*/ 36341 w 1885893"/>
                  <a:gd name="connsiteY115" fmla="*/ 1687533 h 4500638"/>
                  <a:gd name="connsiteX116" fmla="*/ 51267 w 1885893"/>
                  <a:gd name="connsiteY116" fmla="*/ 1604304 h 4500638"/>
                  <a:gd name="connsiteX117" fmla="*/ 69678 w 1885893"/>
                  <a:gd name="connsiteY117" fmla="*/ 1521751 h 4500638"/>
                  <a:gd name="connsiteX118" fmla="*/ 113169 w 1885893"/>
                  <a:gd name="connsiteY118" fmla="*/ 1358263 h 4500638"/>
                  <a:gd name="connsiteX119" fmla="*/ 119103 w 1885893"/>
                  <a:gd name="connsiteY119" fmla="*/ 1337966 h 4500638"/>
                  <a:gd name="connsiteX120" fmla="*/ 125771 w 1885893"/>
                  <a:gd name="connsiteY120" fmla="*/ 1317906 h 4500638"/>
                  <a:gd name="connsiteX121" fmla="*/ 139258 w 1885893"/>
                  <a:gd name="connsiteY121" fmla="*/ 1277806 h 4500638"/>
                  <a:gd name="connsiteX122" fmla="*/ 152860 w 1885893"/>
                  <a:gd name="connsiteY122" fmla="*/ 1237801 h 4500638"/>
                  <a:gd name="connsiteX123" fmla="*/ 159708 w 1885893"/>
                  <a:gd name="connsiteY123" fmla="*/ 1217798 h 4500638"/>
                  <a:gd name="connsiteX124" fmla="*/ 167329 w 1885893"/>
                  <a:gd name="connsiteY124" fmla="*/ 1198072 h 4500638"/>
                  <a:gd name="connsiteX125" fmla="*/ 231956 w 1885893"/>
                  <a:gd name="connsiteY125" fmla="*/ 1041786 h 4500638"/>
                  <a:gd name="connsiteX126" fmla="*/ 1068422 w 1885893"/>
                  <a:gd name="connsiteY126" fmla="*/ -316 h 4500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</a:cxnLst>
                <a:rect l="l" t="t" r="r" b="b"/>
                <a:pathLst>
                  <a:path w="1885893" h="4500638">
                    <a:moveTo>
                      <a:pt x="1068422" y="-316"/>
                    </a:moveTo>
                    <a:cubicBezTo>
                      <a:pt x="1261151" y="26602"/>
                      <a:pt x="1449765" y="77484"/>
                      <a:pt x="1629883" y="151132"/>
                    </a:cubicBezTo>
                    <a:cubicBezTo>
                      <a:pt x="1661163" y="163409"/>
                      <a:pt x="1678498" y="196985"/>
                      <a:pt x="1670374" y="229599"/>
                    </a:cubicBezTo>
                    <a:cubicBezTo>
                      <a:pt x="1633636" y="402468"/>
                      <a:pt x="1620187" y="579471"/>
                      <a:pt x="1630369" y="755912"/>
                    </a:cubicBezTo>
                    <a:cubicBezTo>
                      <a:pt x="1396235" y="930581"/>
                      <a:pt x="1210450" y="1162010"/>
                      <a:pt x="1090539" y="1428377"/>
                    </a:cubicBezTo>
                    <a:cubicBezTo>
                      <a:pt x="1074699" y="1461029"/>
                      <a:pt x="1062479" y="1495176"/>
                      <a:pt x="1048915" y="1528780"/>
                    </a:cubicBezTo>
                    <a:lnTo>
                      <a:pt x="1043905" y="1541410"/>
                    </a:lnTo>
                    <a:lnTo>
                      <a:pt x="1039628" y="1554307"/>
                    </a:lnTo>
                    <a:lnTo>
                      <a:pt x="1030980" y="1580025"/>
                    </a:lnTo>
                    <a:lnTo>
                      <a:pt x="1022226" y="1605742"/>
                    </a:lnTo>
                    <a:lnTo>
                      <a:pt x="1017807" y="1618591"/>
                    </a:lnTo>
                    <a:cubicBezTo>
                      <a:pt x="1016435" y="1622897"/>
                      <a:pt x="1015339" y="1627307"/>
                      <a:pt x="1014092" y="1631650"/>
                    </a:cubicBezTo>
                    <a:cubicBezTo>
                      <a:pt x="1004567" y="1666616"/>
                      <a:pt x="993394" y="1701116"/>
                      <a:pt x="986269" y="1736701"/>
                    </a:cubicBezTo>
                    <a:cubicBezTo>
                      <a:pt x="982392" y="1754399"/>
                      <a:pt x="977697" y="1771944"/>
                      <a:pt x="974267" y="1789727"/>
                    </a:cubicBezTo>
                    <a:lnTo>
                      <a:pt x="964742" y="1843295"/>
                    </a:lnTo>
                    <a:cubicBezTo>
                      <a:pt x="963199" y="1852230"/>
                      <a:pt x="961323" y="1861107"/>
                      <a:pt x="959980" y="1870089"/>
                    </a:cubicBezTo>
                    <a:lnTo>
                      <a:pt x="956666" y="1897122"/>
                    </a:lnTo>
                    <a:lnTo>
                      <a:pt x="949683" y="1951147"/>
                    </a:lnTo>
                    <a:lnTo>
                      <a:pt x="945588" y="2005563"/>
                    </a:lnTo>
                    <a:cubicBezTo>
                      <a:pt x="944206" y="2023661"/>
                      <a:pt x="942320" y="2041759"/>
                      <a:pt x="942426" y="2060084"/>
                    </a:cubicBezTo>
                    <a:lnTo>
                      <a:pt x="941016" y="2114768"/>
                    </a:lnTo>
                    <a:lnTo>
                      <a:pt x="940587" y="2128445"/>
                    </a:lnTo>
                    <a:lnTo>
                      <a:pt x="941016" y="2142114"/>
                    </a:lnTo>
                    <a:lnTo>
                      <a:pt x="941778" y="2169460"/>
                    </a:lnTo>
                    <a:cubicBezTo>
                      <a:pt x="942454" y="2187672"/>
                      <a:pt x="942168" y="2205960"/>
                      <a:pt x="943426" y="2224114"/>
                    </a:cubicBezTo>
                    <a:lnTo>
                      <a:pt x="947636" y="2278531"/>
                    </a:lnTo>
                    <a:cubicBezTo>
                      <a:pt x="948360" y="2287599"/>
                      <a:pt x="948817" y="2296695"/>
                      <a:pt x="949693" y="2305734"/>
                    </a:cubicBezTo>
                    <a:lnTo>
                      <a:pt x="953246" y="2332747"/>
                    </a:lnTo>
                    <a:lnTo>
                      <a:pt x="959990" y="2386802"/>
                    </a:lnTo>
                    <a:lnTo>
                      <a:pt x="969515" y="2440361"/>
                    </a:lnTo>
                    <a:lnTo>
                      <a:pt x="974191" y="2467164"/>
                    </a:lnTo>
                    <a:cubicBezTo>
                      <a:pt x="975506" y="2476146"/>
                      <a:pt x="978163" y="2484843"/>
                      <a:pt x="980059" y="2493701"/>
                    </a:cubicBezTo>
                    <a:lnTo>
                      <a:pt x="992222" y="2546688"/>
                    </a:lnTo>
                    <a:cubicBezTo>
                      <a:pt x="993965" y="2555594"/>
                      <a:pt x="996747" y="2564224"/>
                      <a:pt x="999214" y="2572939"/>
                    </a:cubicBezTo>
                    <a:lnTo>
                      <a:pt x="1006672" y="2599067"/>
                    </a:lnTo>
                    <a:lnTo>
                      <a:pt x="1014016" y="2625231"/>
                    </a:lnTo>
                    <a:cubicBezTo>
                      <a:pt x="1015272" y="2629575"/>
                      <a:pt x="1016358" y="2633985"/>
                      <a:pt x="1017740" y="2638290"/>
                    </a:cubicBezTo>
                    <a:lnTo>
                      <a:pt x="1022159" y="2651140"/>
                    </a:lnTo>
                    <a:lnTo>
                      <a:pt x="1039562" y="2702622"/>
                    </a:lnTo>
                    <a:lnTo>
                      <a:pt x="1043838" y="2715519"/>
                    </a:lnTo>
                    <a:lnTo>
                      <a:pt x="1048848" y="2728149"/>
                    </a:lnTo>
                    <a:lnTo>
                      <a:pt x="1059031" y="2753438"/>
                    </a:lnTo>
                    <a:lnTo>
                      <a:pt x="1068946" y="2778746"/>
                    </a:lnTo>
                    <a:cubicBezTo>
                      <a:pt x="1072175" y="2787214"/>
                      <a:pt x="1075414" y="2795672"/>
                      <a:pt x="1079424" y="2803835"/>
                    </a:cubicBezTo>
                    <a:cubicBezTo>
                      <a:pt x="1094664" y="2836706"/>
                      <a:pt x="1108446" y="2870291"/>
                      <a:pt x="1125887" y="2902142"/>
                    </a:cubicBezTo>
                    <a:cubicBezTo>
                      <a:pt x="1158700" y="2966903"/>
                      <a:pt x="1195571" y="3029530"/>
                      <a:pt x="1236291" y="3089642"/>
                    </a:cubicBezTo>
                    <a:cubicBezTo>
                      <a:pt x="1257798" y="3118921"/>
                      <a:pt x="1277487" y="3149516"/>
                      <a:pt x="1300785" y="3177472"/>
                    </a:cubicBezTo>
                    <a:cubicBezTo>
                      <a:pt x="1312148" y="3191645"/>
                      <a:pt x="1322902" y="3206323"/>
                      <a:pt x="1334598" y="3220220"/>
                    </a:cubicBezTo>
                    <a:lnTo>
                      <a:pt x="1370326" y="3261406"/>
                    </a:lnTo>
                    <a:cubicBezTo>
                      <a:pt x="1376366" y="3268198"/>
                      <a:pt x="1381900" y="3275446"/>
                      <a:pt x="1388319" y="3281885"/>
                    </a:cubicBezTo>
                    <a:lnTo>
                      <a:pt x="1407189" y="3301564"/>
                    </a:lnTo>
                    <a:cubicBezTo>
                      <a:pt x="1419847" y="3314603"/>
                      <a:pt x="1432001" y="3328148"/>
                      <a:pt x="1444917" y="3340931"/>
                    </a:cubicBezTo>
                    <a:lnTo>
                      <a:pt x="1484408" y="3378525"/>
                    </a:lnTo>
                    <a:cubicBezTo>
                      <a:pt x="1491075" y="3384717"/>
                      <a:pt x="1497295" y="3391365"/>
                      <a:pt x="1504248" y="3397223"/>
                    </a:cubicBezTo>
                    <a:lnTo>
                      <a:pt x="1524908" y="3415006"/>
                    </a:lnTo>
                    <a:cubicBezTo>
                      <a:pt x="1538738" y="3426789"/>
                      <a:pt x="1552159" y="3439066"/>
                      <a:pt x="1566180" y="3450620"/>
                    </a:cubicBezTo>
                    <a:lnTo>
                      <a:pt x="1609042" y="3484253"/>
                    </a:lnTo>
                    <a:cubicBezTo>
                      <a:pt x="1616243" y="3489796"/>
                      <a:pt x="1623120" y="3495759"/>
                      <a:pt x="1630540" y="3500988"/>
                    </a:cubicBezTo>
                    <a:lnTo>
                      <a:pt x="1652781" y="3516705"/>
                    </a:lnTo>
                    <a:cubicBezTo>
                      <a:pt x="1667650" y="3527125"/>
                      <a:pt x="1682223" y="3537984"/>
                      <a:pt x="1697206" y="3548223"/>
                    </a:cubicBezTo>
                    <a:lnTo>
                      <a:pt x="1743069" y="3577550"/>
                    </a:lnTo>
                    <a:cubicBezTo>
                      <a:pt x="1750736" y="3582399"/>
                      <a:pt x="1758204" y="3587580"/>
                      <a:pt x="1766005" y="3592200"/>
                    </a:cubicBezTo>
                    <a:lnTo>
                      <a:pt x="1789636" y="3605678"/>
                    </a:lnTo>
                    <a:lnTo>
                      <a:pt x="1836785" y="3632814"/>
                    </a:lnTo>
                    <a:lnTo>
                      <a:pt x="1885210" y="3657579"/>
                    </a:lnTo>
                    <a:lnTo>
                      <a:pt x="1463605" y="4500323"/>
                    </a:lnTo>
                    <a:lnTo>
                      <a:pt x="1388481" y="4461680"/>
                    </a:lnTo>
                    <a:cubicBezTo>
                      <a:pt x="1363878" y="4448002"/>
                      <a:pt x="1339561" y="4433820"/>
                      <a:pt x="1315139" y="4419770"/>
                    </a:cubicBezTo>
                    <a:lnTo>
                      <a:pt x="1278591" y="4398606"/>
                    </a:lnTo>
                    <a:cubicBezTo>
                      <a:pt x="1266514" y="4391395"/>
                      <a:pt x="1254779" y="4383594"/>
                      <a:pt x="1242892" y="4376088"/>
                    </a:cubicBezTo>
                    <a:lnTo>
                      <a:pt x="1171893" y="4330369"/>
                    </a:lnTo>
                    <a:cubicBezTo>
                      <a:pt x="1148632" y="4314557"/>
                      <a:pt x="1125877" y="4297983"/>
                      <a:pt x="1102912" y="4281791"/>
                    </a:cubicBezTo>
                    <a:lnTo>
                      <a:pt x="1068622" y="4257236"/>
                    </a:lnTo>
                    <a:cubicBezTo>
                      <a:pt x="1057192" y="4249025"/>
                      <a:pt x="1046362" y="4240090"/>
                      <a:pt x="1035218" y="4231518"/>
                    </a:cubicBezTo>
                    <a:lnTo>
                      <a:pt x="968943" y="4179292"/>
                    </a:lnTo>
                    <a:cubicBezTo>
                      <a:pt x="947245" y="4161424"/>
                      <a:pt x="926233" y="4142707"/>
                      <a:pt x="904916" y="4124362"/>
                    </a:cubicBezTo>
                    <a:lnTo>
                      <a:pt x="873112" y="4096654"/>
                    </a:lnTo>
                    <a:cubicBezTo>
                      <a:pt x="862472" y="4087462"/>
                      <a:pt x="852576" y="4077461"/>
                      <a:pt x="842289" y="4067869"/>
                    </a:cubicBezTo>
                    <a:lnTo>
                      <a:pt x="781329" y="4009576"/>
                    </a:lnTo>
                    <a:cubicBezTo>
                      <a:pt x="761327" y="3989783"/>
                      <a:pt x="742277" y="3969114"/>
                      <a:pt x="722789" y="3948835"/>
                    </a:cubicBezTo>
                    <a:lnTo>
                      <a:pt x="693766" y="3918221"/>
                    </a:lnTo>
                    <a:cubicBezTo>
                      <a:pt x="683984" y="3908116"/>
                      <a:pt x="675125" y="3897172"/>
                      <a:pt x="665791" y="3886656"/>
                    </a:cubicBezTo>
                    <a:lnTo>
                      <a:pt x="610622" y="3822838"/>
                    </a:lnTo>
                    <a:cubicBezTo>
                      <a:pt x="592572" y="3801283"/>
                      <a:pt x="575570" y="3778833"/>
                      <a:pt x="558082" y="3756802"/>
                    </a:cubicBezTo>
                    <a:cubicBezTo>
                      <a:pt x="522564" y="3713129"/>
                      <a:pt x="491103" y="3666371"/>
                      <a:pt x="458365" y="3620594"/>
                    </a:cubicBezTo>
                    <a:cubicBezTo>
                      <a:pt x="395091" y="3527363"/>
                      <a:pt x="337788" y="3430208"/>
                      <a:pt x="286820" y="3329720"/>
                    </a:cubicBezTo>
                    <a:cubicBezTo>
                      <a:pt x="260283" y="3279970"/>
                      <a:pt x="237985" y="3228145"/>
                      <a:pt x="214754" y="3176777"/>
                    </a:cubicBezTo>
                    <a:cubicBezTo>
                      <a:pt x="208791" y="3164004"/>
                      <a:pt x="203600" y="3150897"/>
                      <a:pt x="198447" y="3137724"/>
                    </a:cubicBezTo>
                    <a:lnTo>
                      <a:pt x="182892" y="3098386"/>
                    </a:lnTo>
                    <a:lnTo>
                      <a:pt x="167462" y="3059009"/>
                    </a:lnTo>
                    <a:lnTo>
                      <a:pt x="159842" y="3039293"/>
                    </a:lnTo>
                    <a:lnTo>
                      <a:pt x="152994" y="3019290"/>
                    </a:lnTo>
                    <a:lnTo>
                      <a:pt x="125905" y="2939137"/>
                    </a:lnTo>
                    <a:lnTo>
                      <a:pt x="119237" y="2919078"/>
                    </a:lnTo>
                    <a:cubicBezTo>
                      <a:pt x="117103" y="2912363"/>
                      <a:pt x="115284" y="2905543"/>
                      <a:pt x="113293" y="2898780"/>
                    </a:cubicBezTo>
                    <a:lnTo>
                      <a:pt x="101682" y="2858098"/>
                    </a:lnTo>
                    <a:lnTo>
                      <a:pt x="90186" y="2817389"/>
                    </a:lnTo>
                    <a:cubicBezTo>
                      <a:pt x="86376" y="2803796"/>
                      <a:pt x="82356" y="2790280"/>
                      <a:pt x="79384" y="2776498"/>
                    </a:cubicBezTo>
                    <a:lnTo>
                      <a:pt x="60334" y="2694069"/>
                    </a:lnTo>
                    <a:cubicBezTo>
                      <a:pt x="57372" y="2680295"/>
                      <a:pt x="53667" y="2666655"/>
                      <a:pt x="51381" y="2652749"/>
                    </a:cubicBezTo>
                    <a:lnTo>
                      <a:pt x="43856" y="2611144"/>
                    </a:lnTo>
                    <a:cubicBezTo>
                      <a:pt x="38951" y="2583398"/>
                      <a:pt x="33817" y="2555670"/>
                      <a:pt x="29321" y="2527858"/>
                    </a:cubicBezTo>
                    <a:lnTo>
                      <a:pt x="18567" y="2444038"/>
                    </a:lnTo>
                    <a:lnTo>
                      <a:pt x="13367" y="2402127"/>
                    </a:lnTo>
                    <a:cubicBezTo>
                      <a:pt x="11976" y="2388125"/>
                      <a:pt x="11052" y="2374095"/>
                      <a:pt x="9899" y="2360075"/>
                    </a:cubicBezTo>
                    <a:lnTo>
                      <a:pt x="3584" y="2275921"/>
                    </a:lnTo>
                    <a:cubicBezTo>
                      <a:pt x="1784" y="2247861"/>
                      <a:pt x="1680" y="2219781"/>
                      <a:pt x="727" y="2191701"/>
                    </a:cubicBezTo>
                    <a:lnTo>
                      <a:pt x="-226" y="2149582"/>
                    </a:lnTo>
                    <a:lnTo>
                      <a:pt x="-683" y="2128522"/>
                    </a:lnTo>
                    <a:lnTo>
                      <a:pt x="-226" y="2107472"/>
                    </a:lnTo>
                    <a:lnTo>
                      <a:pt x="1870" y="2023232"/>
                    </a:lnTo>
                    <a:cubicBezTo>
                      <a:pt x="2156" y="1995153"/>
                      <a:pt x="4585" y="1967111"/>
                      <a:pt x="6632" y="1939050"/>
                    </a:cubicBezTo>
                    <a:cubicBezTo>
                      <a:pt x="8680" y="1910990"/>
                      <a:pt x="10795" y="1882948"/>
                      <a:pt x="13300" y="1854926"/>
                    </a:cubicBezTo>
                    <a:lnTo>
                      <a:pt x="23777" y="1771106"/>
                    </a:lnTo>
                    <a:lnTo>
                      <a:pt x="29216" y="1729195"/>
                    </a:lnTo>
                    <a:cubicBezTo>
                      <a:pt x="31292" y="1715270"/>
                      <a:pt x="33979" y="1701421"/>
                      <a:pt x="36341" y="1687533"/>
                    </a:cubicBezTo>
                    <a:lnTo>
                      <a:pt x="51267" y="1604304"/>
                    </a:lnTo>
                    <a:cubicBezTo>
                      <a:pt x="56658" y="1576681"/>
                      <a:pt x="63506" y="1549259"/>
                      <a:pt x="69678" y="1521751"/>
                    </a:cubicBezTo>
                    <a:cubicBezTo>
                      <a:pt x="81394" y="1466506"/>
                      <a:pt x="97825" y="1412546"/>
                      <a:pt x="113169" y="1358263"/>
                    </a:cubicBezTo>
                    <a:cubicBezTo>
                      <a:pt x="115151" y="1351501"/>
                      <a:pt x="116980" y="1344690"/>
                      <a:pt x="119103" y="1337966"/>
                    </a:cubicBezTo>
                    <a:lnTo>
                      <a:pt x="125771" y="1317906"/>
                    </a:lnTo>
                    <a:lnTo>
                      <a:pt x="139258" y="1277806"/>
                    </a:lnTo>
                    <a:lnTo>
                      <a:pt x="152860" y="1237801"/>
                    </a:lnTo>
                    <a:lnTo>
                      <a:pt x="159708" y="1217798"/>
                    </a:lnTo>
                    <a:lnTo>
                      <a:pt x="167329" y="1198072"/>
                    </a:lnTo>
                    <a:cubicBezTo>
                      <a:pt x="187969" y="1145589"/>
                      <a:pt x="207867" y="1092783"/>
                      <a:pt x="231956" y="1041786"/>
                    </a:cubicBezTo>
                    <a:cubicBezTo>
                      <a:pt x="417646" y="628953"/>
                      <a:pt x="705539" y="270289"/>
                      <a:pt x="1068422" y="-316"/>
                    </a:cubicBezTo>
                    <a:close/>
                  </a:path>
                </a:pathLst>
              </a:custGeom>
              <a:gradFill>
                <a:gsLst>
                  <a:gs pos="19000">
                    <a:srgbClr val="00B050">
                      <a:alpha val="80000"/>
                    </a:srgbClr>
                  </a:gs>
                  <a:gs pos="92000">
                    <a:srgbClr val="00B050">
                      <a:alpha val="0"/>
                    </a:srgbClr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4" name="文本框 53"/>
          <p:cNvSpPr txBox="1"/>
          <p:nvPr/>
        </p:nvSpPr>
        <p:spPr>
          <a:xfrm rot="14459438">
            <a:off x="4702937" y="2138666"/>
            <a:ext cx="2708284" cy="2667976"/>
          </a:xfrm>
          <a:prstGeom prst="rect">
            <a:avLst/>
          </a:prstGeom>
          <a:noFill/>
        </p:spPr>
        <p:txBody>
          <a:bodyPr wrap="none" rtlCol="0">
            <a:prstTxWarp prst="textCircle">
              <a:avLst>
                <a:gd name="adj" fmla="val 499458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结构优化</a:t>
            </a:r>
          </a:p>
        </p:txBody>
      </p:sp>
      <p:grpSp>
        <p:nvGrpSpPr>
          <p:cNvPr id="69" name="组合 68"/>
          <p:cNvGrpSpPr/>
          <p:nvPr/>
        </p:nvGrpSpPr>
        <p:grpSpPr>
          <a:xfrm flipH="1">
            <a:off x="5376508" y="1103521"/>
            <a:ext cx="4465748" cy="4428805"/>
            <a:chOff x="-3072483" y="3683113"/>
            <a:chExt cx="4465748" cy="4428805"/>
          </a:xfrm>
        </p:grpSpPr>
        <p:sp>
          <p:nvSpPr>
            <p:cNvPr id="70" name="图形 8"/>
            <p:cNvSpPr/>
            <p:nvPr/>
          </p:nvSpPr>
          <p:spPr>
            <a:xfrm>
              <a:off x="-3010142" y="3683113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gradFill>
              <a:gsLst>
                <a:gs pos="0">
                  <a:srgbClr val="00E577">
                    <a:alpha val="15000"/>
                  </a:srgbClr>
                </a:gs>
                <a:gs pos="71000">
                  <a:schemeClr val="accent6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 w="63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1" name="图形 42"/>
            <p:cNvSpPr/>
            <p:nvPr/>
          </p:nvSpPr>
          <p:spPr>
            <a:xfrm>
              <a:off x="-3016870" y="3708510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rgbClr val="00E577">
                      <a:alpha val="29000"/>
                    </a:srgbClr>
                  </a:gs>
                  <a:gs pos="29000">
                    <a:srgbClr val="00E577">
                      <a:alpha val="0"/>
                    </a:srgb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2" name="图形 42"/>
            <p:cNvSpPr/>
            <p:nvPr/>
          </p:nvSpPr>
          <p:spPr>
            <a:xfrm>
              <a:off x="-3072483" y="3708510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chemeClr val="bg1">
                      <a:alpha val="83000"/>
                    </a:schemeClr>
                  </a:gs>
                  <a:gs pos="29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图形 19"/>
          <p:cNvSpPr/>
          <p:nvPr/>
        </p:nvSpPr>
        <p:spPr>
          <a:xfrm>
            <a:off x="1609344" y="-1066002"/>
            <a:ext cx="8973312" cy="8973312"/>
          </a:xfrm>
          <a:custGeom>
            <a:avLst/>
            <a:gdLst>
              <a:gd name="connsiteX0" fmla="*/ 4486465 w 8973312"/>
              <a:gd name="connsiteY0" fmla="*/ 0 h 8973312"/>
              <a:gd name="connsiteX1" fmla="*/ 8973120 w 8973312"/>
              <a:gd name="connsiteY1" fmla="*/ 4486656 h 8973312"/>
              <a:gd name="connsiteX2" fmla="*/ 4486465 w 8973312"/>
              <a:gd name="connsiteY2" fmla="*/ 8973312 h 8973312"/>
              <a:gd name="connsiteX3" fmla="*/ -192 w 8973312"/>
              <a:gd name="connsiteY3" fmla="*/ 4486656 h 8973312"/>
              <a:gd name="connsiteX4" fmla="*/ 4486465 w 8973312"/>
              <a:gd name="connsiteY4" fmla="*/ 0 h 897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3312" h="8973312">
                <a:moveTo>
                  <a:pt x="4486465" y="0"/>
                </a:moveTo>
                <a:cubicBezTo>
                  <a:pt x="6964367" y="0"/>
                  <a:pt x="8973120" y="2008748"/>
                  <a:pt x="8973120" y="4486656"/>
                </a:cubicBezTo>
                <a:cubicBezTo>
                  <a:pt x="8973120" y="6964565"/>
                  <a:pt x="6964367" y="8973312"/>
                  <a:pt x="4486465" y="8973312"/>
                </a:cubicBezTo>
                <a:cubicBezTo>
                  <a:pt x="2008563" y="8973312"/>
                  <a:pt x="-192" y="6964565"/>
                  <a:pt x="-192" y="4486656"/>
                </a:cubicBezTo>
                <a:cubicBezTo>
                  <a:pt x="-192" y="2008748"/>
                  <a:pt x="2008550" y="0"/>
                  <a:pt x="4486465" y="0"/>
                </a:cubicBezTo>
                <a:close/>
              </a:path>
            </a:pathLst>
          </a:custGeom>
          <a:noFill/>
          <a:ln w="302116" cap="flat">
            <a:gradFill>
              <a:gsLst>
                <a:gs pos="12000">
                  <a:srgbClr val="00B050">
                    <a:alpha val="0"/>
                  </a:srgbClr>
                </a:gs>
                <a:gs pos="50000">
                  <a:srgbClr val="00B050">
                    <a:alpha val="16000"/>
                  </a:srgbClr>
                </a:gs>
                <a:gs pos="84000">
                  <a:srgbClr val="00B050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947285" y="6148445"/>
            <a:ext cx="2297430" cy="276999"/>
            <a:chOff x="4947285" y="6148445"/>
            <a:chExt cx="2297430" cy="276999"/>
          </a:xfrm>
        </p:grpSpPr>
        <p:pic>
          <p:nvPicPr>
            <p:cNvPr id="50" name="图形 4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47285" y="6211181"/>
              <a:ext cx="2297430" cy="121253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>
              <a:off x="5546186" y="6148445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0647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产品应用场景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04928" y="1103521"/>
            <a:ext cx="4465748" cy="4428805"/>
            <a:chOff x="-3072483" y="3683113"/>
            <a:chExt cx="4465748" cy="4428805"/>
          </a:xfrm>
        </p:grpSpPr>
        <p:sp>
          <p:nvSpPr>
            <p:cNvPr id="21" name="图形 8"/>
            <p:cNvSpPr/>
            <p:nvPr/>
          </p:nvSpPr>
          <p:spPr>
            <a:xfrm>
              <a:off x="-3010142" y="3683113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gradFill>
              <a:gsLst>
                <a:gs pos="0">
                  <a:srgbClr val="00E577">
                    <a:alpha val="15000"/>
                  </a:srgbClr>
                </a:gs>
                <a:gs pos="71000">
                  <a:schemeClr val="accent6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 w="63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2" name="图形 42"/>
            <p:cNvSpPr/>
            <p:nvPr/>
          </p:nvSpPr>
          <p:spPr>
            <a:xfrm>
              <a:off x="-3016870" y="3708510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rgbClr val="00E577">
                      <a:alpha val="29000"/>
                    </a:srgbClr>
                  </a:gs>
                  <a:gs pos="29000">
                    <a:srgbClr val="00E577">
                      <a:alpha val="0"/>
                    </a:srgb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3" name="图形 42"/>
            <p:cNvSpPr/>
            <p:nvPr/>
          </p:nvSpPr>
          <p:spPr>
            <a:xfrm>
              <a:off x="-3072483" y="3708510"/>
              <a:ext cx="4403407" cy="4403408"/>
            </a:xfrm>
            <a:custGeom>
              <a:avLst/>
              <a:gdLst>
                <a:gd name="connsiteX0" fmla="*/ 4403408 w 4403407"/>
                <a:gd name="connsiteY0" fmla="*/ 2201704 h 4403408"/>
                <a:gd name="connsiteX1" fmla="*/ 2201704 w 4403407"/>
                <a:gd name="connsiteY1" fmla="*/ 4403408 h 4403408"/>
                <a:gd name="connsiteX2" fmla="*/ 0 w 4403407"/>
                <a:gd name="connsiteY2" fmla="*/ 2201704 h 4403408"/>
                <a:gd name="connsiteX3" fmla="*/ 2201704 w 4403407"/>
                <a:gd name="connsiteY3" fmla="*/ 0 h 4403408"/>
                <a:gd name="connsiteX4" fmla="*/ 4403408 w 4403407"/>
                <a:gd name="connsiteY4" fmla="*/ 2201704 h 440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3407" h="4403408">
                  <a:moveTo>
                    <a:pt x="4403408" y="2201704"/>
                  </a:moveTo>
                  <a:cubicBezTo>
                    <a:pt x="4403408" y="3417672"/>
                    <a:pt x="3417671" y="4403408"/>
                    <a:pt x="2201704" y="4403408"/>
                  </a:cubicBezTo>
                  <a:cubicBezTo>
                    <a:pt x="985736" y="4403408"/>
                    <a:pt x="0" y="3417672"/>
                    <a:pt x="0" y="2201704"/>
                  </a:cubicBezTo>
                  <a:cubicBezTo>
                    <a:pt x="0" y="985736"/>
                    <a:pt x="985736" y="0"/>
                    <a:pt x="2201704" y="0"/>
                  </a:cubicBezTo>
                  <a:cubicBezTo>
                    <a:pt x="3417671" y="0"/>
                    <a:pt x="4403408" y="985736"/>
                    <a:pt x="4403408" y="2201704"/>
                  </a:cubicBezTo>
                  <a:close/>
                </a:path>
              </a:pathLst>
            </a:custGeom>
            <a:noFill/>
            <a:ln w="57150" cap="flat">
              <a:gradFill>
                <a:gsLst>
                  <a:gs pos="0">
                    <a:schemeClr val="bg1">
                      <a:alpha val="83000"/>
                    </a:schemeClr>
                  </a:gs>
                  <a:gs pos="29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图形 10"/>
          <p:cNvSpPr/>
          <p:nvPr/>
        </p:nvSpPr>
        <p:spPr>
          <a:xfrm>
            <a:off x="3938258" y="1278962"/>
            <a:ext cx="4315483" cy="4315482"/>
          </a:xfrm>
          <a:custGeom>
            <a:avLst/>
            <a:gdLst>
              <a:gd name="connsiteX0" fmla="*/ 4315483 w 4315483"/>
              <a:gd name="connsiteY0" fmla="*/ 2157742 h 4315482"/>
              <a:gd name="connsiteX1" fmla="*/ 2157742 w 4315483"/>
              <a:gd name="connsiteY1" fmla="*/ 4315483 h 4315482"/>
              <a:gd name="connsiteX2" fmla="*/ 0 w 4315483"/>
              <a:gd name="connsiteY2" fmla="*/ 2157742 h 4315482"/>
              <a:gd name="connsiteX3" fmla="*/ 2157742 w 4315483"/>
              <a:gd name="connsiteY3" fmla="*/ 0 h 4315482"/>
              <a:gd name="connsiteX4" fmla="*/ 4315483 w 4315483"/>
              <a:gd name="connsiteY4" fmla="*/ 2157742 h 4315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483" h="4315482">
                <a:moveTo>
                  <a:pt x="4315483" y="2157742"/>
                </a:moveTo>
                <a:cubicBezTo>
                  <a:pt x="4315483" y="3349429"/>
                  <a:pt x="3349429" y="4315483"/>
                  <a:pt x="2157742" y="4315483"/>
                </a:cubicBezTo>
                <a:cubicBezTo>
                  <a:pt x="966054" y="4315483"/>
                  <a:pt x="0" y="3349429"/>
                  <a:pt x="0" y="2157742"/>
                </a:cubicBezTo>
                <a:cubicBezTo>
                  <a:pt x="0" y="966054"/>
                  <a:pt x="966054" y="0"/>
                  <a:pt x="2157742" y="0"/>
                </a:cubicBezTo>
                <a:cubicBezTo>
                  <a:pt x="3349429" y="0"/>
                  <a:pt x="4315483" y="966054"/>
                  <a:pt x="4315483" y="2157742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50000">
                <a:schemeClr val="bg1">
                  <a:alpha val="85000"/>
                </a:schemeClr>
              </a:gs>
              <a:gs pos="5000">
                <a:schemeClr val="bg1">
                  <a:alpha val="0"/>
                </a:schemeClr>
              </a:gs>
            </a:gsLst>
            <a:lin ang="5400000" scaled="0"/>
          </a:gradFill>
          <a:ln w="637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872355" y="2576866"/>
            <a:ext cx="74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SAAS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0535" y="3082928"/>
            <a:ext cx="89345" cy="89345"/>
          </a:xfrm>
          <a:prstGeom prst="rect">
            <a:avLst/>
          </a:prstGeom>
        </p:spPr>
      </p:pic>
      <p:pic>
        <p:nvPicPr>
          <p:cNvPr id="37" name="图形 3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0535" y="3340197"/>
            <a:ext cx="89345" cy="89345"/>
          </a:xfrm>
          <a:prstGeom prst="rect">
            <a:avLst/>
          </a:prstGeom>
        </p:spPr>
      </p:pic>
      <p:pic>
        <p:nvPicPr>
          <p:cNvPr id="38" name="图形 3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0535" y="3584243"/>
            <a:ext cx="89345" cy="89345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3063335" y="3012184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5D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产品智能化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063335" y="3269295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5D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产品智能化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063335" y="3526405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5D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产品智能化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4751730" y="2115113"/>
            <a:ext cx="2708284" cy="2667976"/>
          </a:xfrm>
          <a:prstGeom prst="rect">
            <a:avLst/>
          </a:prstGeom>
          <a:noFill/>
        </p:spPr>
        <p:txBody>
          <a:bodyPr wrap="none" rtlCol="0">
            <a:prstTxWarp prst="textCircle">
              <a:avLst>
                <a:gd name="adj" fmla="val 470941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流程打通</a:t>
            </a:r>
          </a:p>
        </p:txBody>
      </p:sp>
      <p:sp>
        <p:nvSpPr>
          <p:cNvPr id="53" name="文本框 52"/>
          <p:cNvSpPr txBox="1"/>
          <p:nvPr/>
        </p:nvSpPr>
        <p:spPr>
          <a:xfrm rot="6815652">
            <a:off x="4751730" y="2069081"/>
            <a:ext cx="2708284" cy="2667976"/>
          </a:xfrm>
          <a:prstGeom prst="rect">
            <a:avLst/>
          </a:prstGeom>
          <a:noFill/>
        </p:spPr>
        <p:txBody>
          <a:bodyPr wrap="none" rtlCol="0">
            <a:prstTxWarp prst="textCircle">
              <a:avLst>
                <a:gd name="adj" fmla="val 470941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 IT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集成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497055" y="3077775"/>
            <a:ext cx="1210589" cy="646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数字化转型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全案咨询</a:t>
            </a:r>
          </a:p>
        </p:txBody>
      </p:sp>
      <p:sp>
        <p:nvSpPr>
          <p:cNvPr id="58" name="图形 14"/>
          <p:cNvSpPr/>
          <p:nvPr/>
        </p:nvSpPr>
        <p:spPr>
          <a:xfrm>
            <a:off x="-578069" y="-1213099"/>
            <a:ext cx="2098833" cy="2098833"/>
          </a:xfrm>
          <a:custGeom>
            <a:avLst/>
            <a:gdLst>
              <a:gd name="connsiteX0" fmla="*/ 2098834 w 2098833"/>
              <a:gd name="connsiteY0" fmla="*/ 1049417 h 2098833"/>
              <a:gd name="connsiteX1" fmla="*/ 1049417 w 2098833"/>
              <a:gd name="connsiteY1" fmla="*/ 2098834 h 2098833"/>
              <a:gd name="connsiteX2" fmla="*/ 0 w 2098833"/>
              <a:gd name="connsiteY2" fmla="*/ 1049417 h 2098833"/>
              <a:gd name="connsiteX3" fmla="*/ 1049417 w 2098833"/>
              <a:gd name="connsiteY3" fmla="*/ 0 h 2098833"/>
              <a:gd name="connsiteX4" fmla="*/ 2098834 w 2098833"/>
              <a:gd name="connsiteY4" fmla="*/ 1049417 h 20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833" h="2098833">
                <a:moveTo>
                  <a:pt x="2098834" y="1049417"/>
                </a:moveTo>
                <a:cubicBezTo>
                  <a:pt x="2098834" y="1628994"/>
                  <a:pt x="1628994" y="2098834"/>
                  <a:pt x="1049417" y="2098834"/>
                </a:cubicBezTo>
                <a:cubicBezTo>
                  <a:pt x="469840" y="2098834"/>
                  <a:pt x="0" y="1628994"/>
                  <a:pt x="0" y="1049417"/>
                </a:cubicBezTo>
                <a:cubicBezTo>
                  <a:pt x="0" y="469840"/>
                  <a:pt x="469840" y="0"/>
                  <a:pt x="1049417" y="0"/>
                </a:cubicBezTo>
                <a:cubicBezTo>
                  <a:pt x="1628994" y="0"/>
                  <a:pt x="2098834" y="469840"/>
                  <a:pt x="2098834" y="1049417"/>
                </a:cubicBezTo>
                <a:close/>
              </a:path>
            </a:pathLst>
          </a:custGeom>
          <a:gradFill flip="none" rotWithShape="1">
            <a:gsLst>
              <a:gs pos="0">
                <a:srgbClr val="00B050"/>
              </a:gs>
              <a:gs pos="100000">
                <a:schemeClr val="bg1">
                  <a:alpha val="0"/>
                </a:schemeClr>
              </a:gs>
              <a:gs pos="62000">
                <a:srgbClr val="00E577">
                  <a:alpha val="11000"/>
                </a:srgbClr>
              </a:gs>
            </a:gsLst>
            <a:lin ang="2700000" scaled="1"/>
            <a:tileRect/>
          </a:gradFill>
          <a:ln w="617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90961" y="0"/>
            <a:ext cx="4501039" cy="143637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8587320" y="257686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本地化</a:t>
            </a:r>
          </a:p>
        </p:txBody>
      </p:sp>
      <p:pic>
        <p:nvPicPr>
          <p:cNvPr id="44" name="图形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5840" y="3082928"/>
            <a:ext cx="89345" cy="89345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5840" y="3340197"/>
            <a:ext cx="89345" cy="89345"/>
          </a:xfrm>
          <a:prstGeom prst="rect">
            <a:avLst/>
          </a:prstGeom>
        </p:spPr>
      </p:pic>
      <p:pic>
        <p:nvPicPr>
          <p:cNvPr id="46" name="图形 4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5840" y="3584243"/>
            <a:ext cx="89345" cy="8934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8316813" y="3012184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5D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数字化转型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213582" y="3269295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5D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流程架构优化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8440596" y="352640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5D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知识管理</a:t>
            </a: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513080" y="306705"/>
            <a:ext cx="829762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charset="-122"/>
              </a:rPr>
              <a:t>小标题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35" y="0"/>
            <a:ext cx="2851785" cy="6731635"/>
          </a:xfrm>
          <a:prstGeom prst="rect">
            <a:avLst/>
          </a:prstGeom>
          <a:solidFill>
            <a:srgbClr val="36BE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05" y="6731635"/>
            <a:ext cx="12191365" cy="125730"/>
            <a:chOff x="3" y="10601"/>
            <a:chExt cx="19199" cy="198"/>
          </a:xfrm>
        </p:grpSpPr>
        <p:sp>
          <p:nvSpPr>
            <p:cNvPr id="13" name="矩形 12"/>
            <p:cNvSpPr/>
            <p:nvPr/>
          </p:nvSpPr>
          <p:spPr>
            <a:xfrm>
              <a:off x="3" y="10601"/>
              <a:ext cx="18090" cy="199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100000">
                  <a:srgbClr val="3066ED">
                    <a:alpha val="43000"/>
                  </a:srgbClr>
                </a:gs>
              </a:gsLst>
              <a:lin ang="0" scaled="0"/>
            </a:gradFill>
            <a:ln w="635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612" y="10601"/>
              <a:ext cx="590" cy="199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100000">
                  <a:srgbClr val="3066ED">
                    <a:alpha val="43000"/>
                  </a:srgbClr>
                </a:gs>
              </a:gsLst>
              <a:lin ang="0" scaled="0"/>
            </a:gradFill>
            <a:ln w="635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8428" y="10601"/>
              <a:ext cx="152" cy="199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100000">
                  <a:srgbClr val="3066ED">
                    <a:alpha val="43000"/>
                  </a:srgbClr>
                </a:gs>
              </a:gsLst>
              <a:lin ang="0" scaled="0"/>
            </a:gradFill>
            <a:ln w="635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8318" y="10601"/>
              <a:ext cx="72" cy="199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100000">
                  <a:srgbClr val="3066ED">
                    <a:alpha val="43000"/>
                  </a:srgbClr>
                </a:gs>
              </a:gsLst>
              <a:lin ang="0" scaled="0"/>
            </a:gradFill>
            <a:ln w="635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2226" name="Text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32791" y="2282112"/>
            <a:ext cx="2467690" cy="750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562" tIns="36280" rIns="72562" bIns="3628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 b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欢迎交流</a:t>
            </a:r>
            <a:endParaRPr lang="en-US" altLang="en-US" sz="4400" b="1" dirty="0">
              <a:solidFill>
                <a:srgbClr val="00B050"/>
              </a:solidFill>
              <a:latin typeface="Arial" panose="020B0604020202020204" pitchFamily="34" charset="0"/>
              <a:ea typeface="微软雅黑" panose="020B0503020204020204" charset="-122"/>
              <a:cs typeface="思源黑体 CN Bold" panose="020B08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5"/>
          <p:cNvSpPr txBox="1"/>
          <p:nvPr>
            <p:custDataLst>
              <p:tags r:id="rId2"/>
            </p:custDataLst>
          </p:nvPr>
        </p:nvSpPr>
        <p:spPr>
          <a:xfrm>
            <a:off x="3224328" y="5321935"/>
            <a:ext cx="4014719" cy="675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defTabSz="457200" eaLnBrk="1" hangingPunct="1">
              <a:spcAft>
                <a:spcPts val="600"/>
              </a:spcAft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CET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第一总部（深圳）</a:t>
            </a:r>
            <a:endParaRPr lang="en-US" altLang="zh-CN" dirty="0">
              <a:latin typeface="Arial" panose="020B0604020202020204" pitchFamily="34" charset="0"/>
              <a:ea typeface="微软雅黑" panose="020B0503020204020204" charset="-122"/>
              <a:cs typeface="思源黑体 CN Bold" panose="020B0800000000000000" pitchFamily="34" charset="-122"/>
              <a:sym typeface="Arial" panose="020B0604020202020204" pitchFamily="34" charset="0"/>
            </a:endParaRPr>
          </a:p>
          <a:p>
            <a:pPr defTabSz="457200" eaLnBrk="1" hangingPunct="1">
              <a:lnSpc>
                <a:spcPct val="125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地址：</a:t>
            </a:r>
            <a:r>
              <a:rPr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深圳市南山区打石一路国际创新谷6栋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A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座</a:t>
            </a:r>
            <a:r>
              <a:rPr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33~35F</a:t>
            </a:r>
          </a:p>
        </p:txBody>
      </p:sp>
      <p:sp>
        <p:nvSpPr>
          <p:cNvPr id="12" name="TextBox 4"/>
          <p:cNvSpPr txBox="1"/>
          <p:nvPr>
            <p:custDataLst>
              <p:tags r:id="rId3"/>
            </p:custDataLst>
          </p:nvPr>
        </p:nvSpPr>
        <p:spPr>
          <a:xfrm>
            <a:off x="7472478" y="5321935"/>
            <a:ext cx="4408805" cy="675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defTabSz="457200">
              <a:spcAft>
                <a:spcPts val="600"/>
              </a:spcAft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CET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第二总部（武汉）</a:t>
            </a:r>
            <a:endParaRPr lang="en-US" altLang="zh-CN" sz="1200" dirty="0">
              <a:latin typeface="Arial" panose="020B0604020202020204" pitchFamily="34" charset="0"/>
              <a:ea typeface="微软雅黑" panose="020B0503020204020204" charset="-122"/>
              <a:cs typeface="思源黑体 CN Bold" panose="020B0800000000000000" pitchFamily="34" charset="-122"/>
              <a:sym typeface="Arial" panose="020B0604020202020204" pitchFamily="34" charset="0"/>
            </a:endParaRPr>
          </a:p>
          <a:p>
            <a:pPr defTabSz="457200">
              <a:lnSpc>
                <a:spcPct val="125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地址：武汉市东湖高新区光谷大道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303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号光谷芯中心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CET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大楼</a:t>
            </a:r>
            <a:endParaRPr lang="en-US" altLang="zh-CN" sz="1200" dirty="0">
              <a:latin typeface="Arial" panose="020B0604020202020204" pitchFamily="34" charset="0"/>
              <a:ea typeface="微软雅黑" panose="020B0503020204020204" charset="-122"/>
              <a:cs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5"/>
          <p:cNvSpPr txBox="1"/>
          <p:nvPr>
            <p:custDataLst>
              <p:tags r:id="rId4"/>
            </p:custDataLst>
          </p:nvPr>
        </p:nvSpPr>
        <p:spPr>
          <a:xfrm>
            <a:off x="154305" y="5368290"/>
            <a:ext cx="3736975" cy="53136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defTabSz="457200" eaLnBrk="1" hangingPunct="1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客户服务热线：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400-9916-218</a:t>
            </a:r>
          </a:p>
          <a:p>
            <a:pPr defTabSz="457200" eaLnBrk="1" hangingPunct="1">
              <a:lnSpc>
                <a:spcPct val="125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www.cet-electric.com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6767" y="252920"/>
            <a:ext cx="1816013" cy="262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516858"/>
            <a:ext cx="12192000" cy="2482051"/>
          </a:xfrm>
          <a:prstGeom prst="rect">
            <a:avLst/>
          </a:prstGeom>
          <a:solidFill>
            <a:srgbClr val="009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707" noProof="1"/>
          </a:p>
        </p:txBody>
      </p:sp>
      <p:sp>
        <p:nvSpPr>
          <p:cNvPr id="14" name="矩形 259"/>
          <p:cNvSpPr/>
          <p:nvPr/>
        </p:nvSpPr>
        <p:spPr>
          <a:xfrm>
            <a:off x="1687313" y="2642725"/>
            <a:ext cx="8817375" cy="7003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455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模板</a:t>
            </a:r>
          </a:p>
        </p:txBody>
      </p:sp>
      <p:sp>
        <p:nvSpPr>
          <p:cNvPr id="15" name="矩形 259"/>
          <p:cNvSpPr/>
          <p:nvPr/>
        </p:nvSpPr>
        <p:spPr>
          <a:xfrm>
            <a:off x="3272272" y="5393268"/>
            <a:ext cx="2090703" cy="300435"/>
          </a:xfrm>
          <a:prstGeom prst="rect">
            <a:avLst/>
          </a:prstGeom>
          <a:solidFill>
            <a:srgbClr val="A6A6A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34133" tIns="34133" rIns="34133" bIns="34133" anchor="t" anchorCtr="0">
            <a:spAutoFit/>
          </a:bodyPr>
          <a:lstStyle/>
          <a:p>
            <a:pPr algn="ctr">
              <a:buNone/>
            </a:pPr>
            <a:r>
              <a:rPr lang="zh-CN" altLang="en-US" sz="1517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汇报人：张蒲龙</a:t>
            </a:r>
          </a:p>
        </p:txBody>
      </p:sp>
      <p:sp>
        <p:nvSpPr>
          <p:cNvPr id="9" name="矩形 259"/>
          <p:cNvSpPr/>
          <p:nvPr/>
        </p:nvSpPr>
        <p:spPr>
          <a:xfrm>
            <a:off x="6424131" y="5393268"/>
            <a:ext cx="2591929" cy="302395"/>
          </a:xfrm>
          <a:prstGeom prst="rect">
            <a:avLst/>
          </a:prstGeom>
          <a:solidFill>
            <a:srgbClr val="A6A6A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34133" tIns="34133" rIns="34133" bIns="34133" anchor="t" anchorCtr="0">
            <a:spAutoFit/>
          </a:bodyPr>
          <a:lstStyle/>
          <a:p>
            <a:pPr algn="ctr">
              <a:buNone/>
            </a:pPr>
            <a:r>
              <a:rPr lang="zh-CN" altLang="en-US" sz="1517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部门：蓝云平台研发部</a:t>
            </a:r>
            <a:endParaRPr lang="en-US" altLang="zh-CN" sz="1517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 descr="C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832" y="978558"/>
            <a:ext cx="2218643" cy="981381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3" name="组合 252"/>
          <p:cNvGrpSpPr/>
          <p:nvPr/>
        </p:nvGrpSpPr>
        <p:grpSpPr>
          <a:xfrm>
            <a:off x="3677168" y="4137943"/>
            <a:ext cx="647230" cy="660776"/>
            <a:chOff x="5789" y="9364"/>
            <a:chExt cx="1020" cy="1040"/>
          </a:xfrm>
        </p:grpSpPr>
        <p:grpSp>
          <p:nvGrpSpPr>
            <p:cNvPr id="4103" name="组合 253"/>
            <p:cNvGrpSpPr/>
            <p:nvPr/>
          </p:nvGrpSpPr>
          <p:grpSpPr>
            <a:xfrm>
              <a:off x="5789" y="9364"/>
              <a:ext cx="1021" cy="1041"/>
              <a:chOff x="3734642" y="261817"/>
              <a:chExt cx="1271693" cy="1269328"/>
            </a:xfrm>
          </p:grpSpPr>
          <p:sp>
            <p:nvSpPr>
              <p:cNvPr id="4104" name="椭圆 63"/>
              <p:cNvSpPr/>
              <p:nvPr/>
            </p:nvSpPr>
            <p:spPr>
              <a:xfrm>
                <a:off x="3734642" y="261817"/>
                <a:ext cx="1271693" cy="1269328"/>
              </a:xfrm>
              <a:prstGeom prst="ellipse">
                <a:avLst/>
              </a:prstGeom>
              <a:noFill/>
              <a:ln w="6350" cap="flat" cmpd="sng">
                <a:solidFill>
                  <a:schemeClr val="bg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5" name="椭圆 63"/>
              <p:cNvSpPr/>
              <p:nvPr/>
            </p:nvSpPr>
            <p:spPr>
              <a:xfrm>
                <a:off x="3837086" y="354613"/>
                <a:ext cx="1066801" cy="10837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106" name="图片 256" descr="图形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1" y="9577"/>
              <a:ext cx="738" cy="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58" name="组合 257"/>
          <p:cNvGrpSpPr/>
          <p:nvPr/>
        </p:nvGrpSpPr>
        <p:grpSpPr>
          <a:xfrm>
            <a:off x="4503514" y="4140954"/>
            <a:ext cx="647230" cy="659271"/>
            <a:chOff x="7091" y="9368"/>
            <a:chExt cx="1020" cy="1040"/>
          </a:xfrm>
        </p:grpSpPr>
        <p:grpSp>
          <p:nvGrpSpPr>
            <p:cNvPr id="4108" name="组合 258"/>
            <p:cNvGrpSpPr/>
            <p:nvPr/>
          </p:nvGrpSpPr>
          <p:grpSpPr>
            <a:xfrm>
              <a:off x="7091" y="9368"/>
              <a:ext cx="1021" cy="1041"/>
              <a:chOff x="3741106" y="265854"/>
              <a:chExt cx="1271693" cy="1269328"/>
            </a:xfrm>
          </p:grpSpPr>
          <p:sp>
            <p:nvSpPr>
              <p:cNvPr id="4109" name="椭圆 63"/>
              <p:cNvSpPr/>
              <p:nvPr/>
            </p:nvSpPr>
            <p:spPr>
              <a:xfrm>
                <a:off x="3741106" y="265854"/>
                <a:ext cx="1271693" cy="1269328"/>
              </a:xfrm>
              <a:prstGeom prst="ellipse">
                <a:avLst/>
              </a:prstGeom>
              <a:noFill/>
              <a:ln w="6350" cap="flat" cmpd="sng">
                <a:solidFill>
                  <a:schemeClr val="bg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0" name="椭圆 63"/>
              <p:cNvSpPr/>
              <p:nvPr/>
            </p:nvSpPr>
            <p:spPr>
              <a:xfrm>
                <a:off x="3843550" y="366408"/>
                <a:ext cx="1066801" cy="10837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111" name="图片 261" descr="化工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88" y="9549"/>
              <a:ext cx="628" cy="679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63" name="组合 262"/>
          <p:cNvGrpSpPr/>
          <p:nvPr/>
        </p:nvGrpSpPr>
        <p:grpSpPr>
          <a:xfrm>
            <a:off x="5329862" y="4140953"/>
            <a:ext cx="647230" cy="660776"/>
            <a:chOff x="8393" y="9369"/>
            <a:chExt cx="1020" cy="1040"/>
          </a:xfrm>
        </p:grpSpPr>
        <p:grpSp>
          <p:nvGrpSpPr>
            <p:cNvPr id="4113" name="组合 263"/>
            <p:cNvGrpSpPr/>
            <p:nvPr/>
          </p:nvGrpSpPr>
          <p:grpSpPr>
            <a:xfrm>
              <a:off x="8393" y="9369"/>
              <a:ext cx="1021" cy="1041"/>
              <a:chOff x="3741106" y="265854"/>
              <a:chExt cx="1271693" cy="1269328"/>
            </a:xfrm>
          </p:grpSpPr>
          <p:sp>
            <p:nvSpPr>
              <p:cNvPr id="4114" name="椭圆 63"/>
              <p:cNvSpPr/>
              <p:nvPr/>
            </p:nvSpPr>
            <p:spPr>
              <a:xfrm>
                <a:off x="3741106" y="265854"/>
                <a:ext cx="1271693" cy="1269328"/>
              </a:xfrm>
              <a:prstGeom prst="ellipse">
                <a:avLst/>
              </a:prstGeom>
              <a:noFill/>
              <a:ln w="6350" cap="flat" cmpd="sng">
                <a:solidFill>
                  <a:schemeClr val="bg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5" name="椭圆 63"/>
              <p:cNvSpPr/>
              <p:nvPr/>
            </p:nvSpPr>
            <p:spPr>
              <a:xfrm>
                <a:off x="3843550" y="366408"/>
                <a:ext cx="1066801" cy="10837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116" name="图片 266" descr="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15" y="9534"/>
              <a:ext cx="378" cy="71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68" name="组合 267"/>
          <p:cNvGrpSpPr/>
          <p:nvPr/>
        </p:nvGrpSpPr>
        <p:grpSpPr>
          <a:xfrm>
            <a:off x="6156208" y="4137943"/>
            <a:ext cx="647230" cy="660776"/>
            <a:chOff x="9695" y="9365"/>
            <a:chExt cx="1020" cy="1040"/>
          </a:xfrm>
        </p:grpSpPr>
        <p:grpSp>
          <p:nvGrpSpPr>
            <p:cNvPr id="4118" name="组合 268"/>
            <p:cNvGrpSpPr/>
            <p:nvPr/>
          </p:nvGrpSpPr>
          <p:grpSpPr>
            <a:xfrm>
              <a:off x="9695" y="9365"/>
              <a:ext cx="1021" cy="1041"/>
              <a:chOff x="3741106" y="265854"/>
              <a:chExt cx="1271693" cy="1269328"/>
            </a:xfrm>
          </p:grpSpPr>
          <p:sp>
            <p:nvSpPr>
              <p:cNvPr id="4119" name="椭圆 63"/>
              <p:cNvSpPr/>
              <p:nvPr/>
            </p:nvSpPr>
            <p:spPr>
              <a:xfrm>
                <a:off x="3741106" y="265854"/>
                <a:ext cx="1271693" cy="1269328"/>
              </a:xfrm>
              <a:prstGeom prst="ellipse">
                <a:avLst/>
              </a:prstGeom>
              <a:noFill/>
              <a:ln w="6350" cap="flat" cmpd="sng">
                <a:solidFill>
                  <a:schemeClr val="bg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20" name="椭圆 63"/>
              <p:cNvSpPr/>
              <p:nvPr/>
            </p:nvSpPr>
            <p:spPr>
              <a:xfrm>
                <a:off x="3843550" y="366408"/>
                <a:ext cx="1066801" cy="10837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121" name="图片 271" descr="3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49" y="9577"/>
              <a:ext cx="514" cy="61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73" name="组合 272"/>
          <p:cNvGrpSpPr/>
          <p:nvPr/>
        </p:nvGrpSpPr>
        <p:grpSpPr>
          <a:xfrm>
            <a:off x="6982555" y="4139448"/>
            <a:ext cx="647230" cy="659271"/>
            <a:chOff x="10997" y="9366"/>
            <a:chExt cx="1020" cy="1040"/>
          </a:xfrm>
        </p:grpSpPr>
        <p:grpSp>
          <p:nvGrpSpPr>
            <p:cNvPr id="4123" name="组合 273"/>
            <p:cNvGrpSpPr/>
            <p:nvPr/>
          </p:nvGrpSpPr>
          <p:grpSpPr>
            <a:xfrm>
              <a:off x="10997" y="9366"/>
              <a:ext cx="1021" cy="1041"/>
              <a:chOff x="3743206" y="261823"/>
              <a:chExt cx="1271693" cy="1269328"/>
            </a:xfrm>
          </p:grpSpPr>
          <p:sp>
            <p:nvSpPr>
              <p:cNvPr id="4124" name="椭圆 63"/>
              <p:cNvSpPr/>
              <p:nvPr/>
            </p:nvSpPr>
            <p:spPr>
              <a:xfrm>
                <a:off x="3743206" y="261823"/>
                <a:ext cx="1271693" cy="1269328"/>
              </a:xfrm>
              <a:prstGeom prst="ellipse">
                <a:avLst/>
              </a:prstGeom>
              <a:noFill/>
              <a:ln w="6350" cap="flat" cmpd="sng">
                <a:solidFill>
                  <a:schemeClr val="bg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25" name="椭圆 63"/>
              <p:cNvSpPr/>
              <p:nvPr/>
            </p:nvSpPr>
            <p:spPr>
              <a:xfrm>
                <a:off x="3851483" y="364401"/>
                <a:ext cx="1066801" cy="10837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126" name="图片 276" descr="数据中心立柜式图标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73" y="9578"/>
              <a:ext cx="870" cy="61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78" name="组合 277"/>
          <p:cNvGrpSpPr/>
          <p:nvPr/>
        </p:nvGrpSpPr>
        <p:grpSpPr>
          <a:xfrm>
            <a:off x="7808901" y="4139448"/>
            <a:ext cx="648735" cy="660777"/>
            <a:chOff x="12299" y="9367"/>
            <a:chExt cx="1020" cy="1040"/>
          </a:xfrm>
        </p:grpSpPr>
        <p:grpSp>
          <p:nvGrpSpPr>
            <p:cNvPr id="4128" name="组合 278"/>
            <p:cNvGrpSpPr/>
            <p:nvPr/>
          </p:nvGrpSpPr>
          <p:grpSpPr>
            <a:xfrm>
              <a:off x="12299" y="9367"/>
              <a:ext cx="1021" cy="1041"/>
              <a:chOff x="3749036" y="261820"/>
              <a:chExt cx="1271693" cy="1269328"/>
            </a:xfrm>
          </p:grpSpPr>
          <p:sp>
            <p:nvSpPr>
              <p:cNvPr id="4129" name="椭圆 63"/>
              <p:cNvSpPr/>
              <p:nvPr/>
            </p:nvSpPr>
            <p:spPr>
              <a:xfrm>
                <a:off x="3749036" y="261820"/>
                <a:ext cx="1271693" cy="1269328"/>
              </a:xfrm>
              <a:prstGeom prst="ellipse">
                <a:avLst/>
              </a:prstGeom>
              <a:noFill/>
              <a:ln w="6350" cap="flat" cmpd="sng">
                <a:solidFill>
                  <a:schemeClr val="bg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30" name="椭圆 63"/>
              <p:cNvSpPr/>
              <p:nvPr/>
            </p:nvSpPr>
            <p:spPr>
              <a:xfrm>
                <a:off x="3859269" y="365948"/>
                <a:ext cx="1066801" cy="108373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anchor="ctr" anchorCtr="0"/>
              <a:lstStyle/>
              <a:p>
                <a:pPr algn="ctr">
                  <a:buNone/>
                </a:pPr>
                <a:endParaRPr lang="zh-CN" altLang="en-US" sz="1801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131" name="图片 281" descr="服务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455" y="9650"/>
              <a:ext cx="710" cy="47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5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5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0000 0.250000 L 0.000000 0.000000 " pathEditMode="relative" rAng="0" ptsTypes="">
                                      <p:cBhvr>
                                        <p:cTn id="41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000 0.250000 L 0.000000 0.000000 " pathEditMode="relative" rAng="0" ptsTypes="">
                                      <p:cBhvr>
                                        <p:cTn id="46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000 0.250000 L 0.000000 0.000000 " pathEditMode="relative" rAng="0" ptsTypes="">
                                      <p:cBhvr>
                                        <p:cTn id="51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000 0.250000 L 0.000000 0.000000 " pathEditMode="relative" rAng="0" ptsTypes="">
                                      <p:cBhvr>
                                        <p:cTn id="5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00000 0.250000 L 0.000000 0.000000 " pathEditMode="relative" rAng="0" ptsTypes="">
                                      <p:cBhvr>
                                        <p:cTn id="61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00000 0.250000 L 0.000000 0.000000 " pathEditMode="relative" rAng="0" ptsTypes="">
                                      <p:cBhvr>
                                        <p:cTn id="66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4" grpId="0"/>
      <p:bldP spid="14" grpId="1"/>
      <p:bldP spid="15" grpId="0" bldLvl="0" animBg="1"/>
      <p:bldP spid="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31" y="188"/>
            <a:ext cx="12192000" cy="68576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707" noProof="1"/>
          </a:p>
        </p:txBody>
      </p:sp>
      <p:sp>
        <p:nvSpPr>
          <p:cNvPr id="11" name="MH_Number_1"/>
          <p:cNvSpPr/>
          <p:nvPr>
            <p:custDataLst>
              <p:tags r:id="rId1"/>
            </p:custDataLst>
          </p:nvPr>
        </p:nvSpPr>
        <p:spPr>
          <a:xfrm>
            <a:off x="6105031" y="1320236"/>
            <a:ext cx="711953" cy="711953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US" altLang="zh-CN" sz="2000" b="1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13" name="MH_Number_2"/>
          <p:cNvSpPr/>
          <p:nvPr>
            <p:custDataLst>
              <p:tags r:id="rId2"/>
            </p:custDataLst>
          </p:nvPr>
        </p:nvSpPr>
        <p:spPr>
          <a:xfrm>
            <a:off x="6105031" y="2516858"/>
            <a:ext cx="711953" cy="7134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US" altLang="zh-CN" sz="2000" b="1" noProof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14" name="MH_Entry_2"/>
          <p:cNvSpPr/>
          <p:nvPr>
            <p:custDataLst>
              <p:tags r:id="rId3"/>
            </p:custDataLst>
          </p:nvPr>
        </p:nvSpPr>
        <p:spPr>
          <a:xfrm>
            <a:off x="7327242" y="2692783"/>
            <a:ext cx="3653988" cy="40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65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标题二</a:t>
            </a:r>
            <a:endParaRPr lang="zh-CN" altLang="en-US" sz="2655" noProof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Number_3"/>
          <p:cNvSpPr/>
          <p:nvPr>
            <p:custDataLst>
              <p:tags r:id="rId4"/>
            </p:custDataLst>
          </p:nvPr>
        </p:nvSpPr>
        <p:spPr>
          <a:xfrm>
            <a:off x="6105031" y="3714986"/>
            <a:ext cx="711953" cy="713458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US" altLang="zh-CN" sz="2000" b="1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2000" b="1" noProof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7" name="MH_Number_4"/>
          <p:cNvSpPr/>
          <p:nvPr>
            <p:custDataLst>
              <p:tags r:id="rId5"/>
            </p:custDataLst>
          </p:nvPr>
        </p:nvSpPr>
        <p:spPr>
          <a:xfrm>
            <a:off x="6105031" y="4913113"/>
            <a:ext cx="711953" cy="71195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US" altLang="zh-CN" sz="2000" b="1" noProof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</a:p>
        </p:txBody>
      </p:sp>
      <p:sp>
        <p:nvSpPr>
          <p:cNvPr id="19" name="MH_Others_1"/>
          <p:cNvSpPr txBox="1"/>
          <p:nvPr>
            <p:custDataLst>
              <p:tags r:id="rId6"/>
            </p:custDataLst>
          </p:nvPr>
        </p:nvSpPr>
        <p:spPr>
          <a:xfrm>
            <a:off x="2498080" y="1494838"/>
            <a:ext cx="1677832" cy="3598897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lIns="0" tIns="0" rIns="0" bIns="0" anchor="ctr" anchorCtr="0">
            <a:spAutoFit/>
          </a:bodyPr>
          <a:lstStyle/>
          <a:p>
            <a:pPr algn="ctr"/>
            <a:r>
              <a:rPr lang="zh-CN" altLang="en-US" sz="10903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 录</a:t>
            </a:r>
          </a:p>
        </p:txBody>
      </p:sp>
      <p:sp>
        <p:nvSpPr>
          <p:cNvPr id="3" name="MH_Entry_2"/>
          <p:cNvSpPr/>
          <p:nvPr>
            <p:custDataLst>
              <p:tags r:id="rId7"/>
            </p:custDataLst>
          </p:nvPr>
        </p:nvSpPr>
        <p:spPr>
          <a:xfrm>
            <a:off x="7327242" y="5147705"/>
            <a:ext cx="2459473" cy="36920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399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标题四</a:t>
            </a:r>
          </a:p>
        </p:txBody>
      </p:sp>
      <p:sp>
        <p:nvSpPr>
          <p:cNvPr id="5" name="MH_Entry_2"/>
          <p:cNvSpPr/>
          <p:nvPr>
            <p:custDataLst>
              <p:tags r:id="rId8"/>
            </p:custDataLst>
          </p:nvPr>
        </p:nvSpPr>
        <p:spPr>
          <a:xfrm>
            <a:off x="7327242" y="1475690"/>
            <a:ext cx="3752640" cy="40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l" fontAlgn="base"/>
            <a:r>
              <a:rPr lang="zh-CN" altLang="en-US" sz="2655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r>
              <a:rPr lang="zh-CN" altLang="en-US" sz="2399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endParaRPr lang="en-US" altLang="zh-CN" sz="2399" noProof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Entry_2"/>
          <p:cNvSpPr/>
          <p:nvPr>
            <p:custDataLst>
              <p:tags r:id="rId9"/>
            </p:custDataLst>
          </p:nvPr>
        </p:nvSpPr>
        <p:spPr>
          <a:xfrm>
            <a:off x="7327242" y="3910328"/>
            <a:ext cx="3653988" cy="40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65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r>
              <a:rPr lang="zh-CN" altLang="en-US" sz="2399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endParaRPr lang="zh-CN" altLang="en-US" sz="2399" noProof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 bldLvl="0" animBg="1"/>
      <p:bldP spid="14" grpId="0" bldLvl="0" animBg="1"/>
      <p:bldP spid="15" grpId="0" bldLvl="0" animBg="1"/>
      <p:bldP spid="17" grpId="0" bldLvl="0" animBg="1"/>
      <p:bldP spid="19" grpId="0"/>
      <p:bldP spid="3" grpId="0" bldLvl="0" animBg="1"/>
      <p:bldP spid="5" grpId="0" bldLvl="0" animBg="1"/>
      <p:bldP spid="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纹理背景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8344" y="-27194"/>
            <a:ext cx="12240011" cy="6885006"/>
          </a:xfrm>
          <a:prstGeom prst="rect">
            <a:avLst/>
          </a:prstGeom>
        </p:spPr>
      </p:pic>
      <p:sp>
        <p:nvSpPr>
          <p:cNvPr id="8" name="等腰三角形 7"/>
          <p:cNvSpPr/>
          <p:nvPr/>
        </p:nvSpPr>
        <p:spPr>
          <a:xfrm>
            <a:off x="3293573" y="2219302"/>
            <a:ext cx="1100377" cy="1104186"/>
          </a:xfrm>
          <a:prstGeom prst="triangle">
            <a:avLst/>
          </a:prstGeom>
          <a:solidFill>
            <a:srgbClr val="33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9" tIns="45709" rIns="91419" bIns="45709" rtlCol="0" anchor="ctr"/>
          <a:lstStyle/>
          <a:p>
            <a:pPr algn="ctr"/>
            <a:endParaRPr lang="zh-CN" altLang="en-US" sz="1465" dirty="0"/>
          </a:p>
        </p:txBody>
      </p:sp>
      <p:sp>
        <p:nvSpPr>
          <p:cNvPr id="9" name="等腰三角形 8"/>
          <p:cNvSpPr/>
          <p:nvPr/>
        </p:nvSpPr>
        <p:spPr>
          <a:xfrm flipV="1">
            <a:off x="92317" y="3534520"/>
            <a:ext cx="1100377" cy="1104186"/>
          </a:xfrm>
          <a:prstGeom prst="triangle">
            <a:avLst/>
          </a:prstGeom>
          <a:solidFill>
            <a:srgbClr val="33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9" tIns="45709" rIns="91419" bIns="45709" rtlCol="0" anchor="ctr"/>
          <a:lstStyle/>
          <a:p>
            <a:pPr algn="ctr"/>
            <a:endParaRPr lang="zh-CN" altLang="en-US" sz="1465" dirty="0"/>
          </a:p>
        </p:txBody>
      </p:sp>
      <p:sp>
        <p:nvSpPr>
          <p:cNvPr id="10" name="矩形 9"/>
          <p:cNvSpPr/>
          <p:nvPr/>
        </p:nvSpPr>
        <p:spPr>
          <a:xfrm>
            <a:off x="755" y="2478801"/>
            <a:ext cx="12190498" cy="18954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9" tIns="45709" rIns="91419" bIns="45709" rtlCol="0" anchor="ctr"/>
          <a:lstStyle/>
          <a:p>
            <a:pPr algn="ctr"/>
            <a:endParaRPr lang="zh-CN" altLang="en-US" sz="1465" dirty="0"/>
          </a:p>
        </p:txBody>
      </p:sp>
      <p:sp>
        <p:nvSpPr>
          <p:cNvPr id="11" name="平行四边形 10"/>
          <p:cNvSpPr/>
          <p:nvPr/>
        </p:nvSpPr>
        <p:spPr>
          <a:xfrm>
            <a:off x="639608" y="2220152"/>
            <a:ext cx="3208909" cy="2412715"/>
          </a:xfrm>
          <a:prstGeom prst="parallelogram">
            <a:avLst>
              <a:gd name="adj" fmla="val 48207"/>
            </a:avLst>
          </a:prstGeom>
          <a:solidFill>
            <a:srgbClr val="33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9" tIns="45709" rIns="91419" bIns="45709" rtlCol="0" anchor="ctr"/>
          <a:lstStyle/>
          <a:p>
            <a:pPr algn="ctr"/>
            <a:endParaRPr lang="zh-CN" altLang="en-US" sz="1465" dirty="0"/>
          </a:p>
        </p:txBody>
      </p:sp>
      <p:sp>
        <p:nvSpPr>
          <p:cNvPr id="12" name="文本框 6"/>
          <p:cNvSpPr txBox="1"/>
          <p:nvPr/>
        </p:nvSpPr>
        <p:spPr>
          <a:xfrm>
            <a:off x="1488058" y="2548205"/>
            <a:ext cx="1762648" cy="1733658"/>
          </a:xfrm>
          <a:prstGeom prst="rect">
            <a:avLst/>
          </a:prstGeom>
          <a:noFill/>
        </p:spPr>
        <p:txBody>
          <a:bodyPr wrap="square" lIns="91419" tIns="45709" rIns="91419" bIns="45709" rtlCol="0">
            <a:spAutoFit/>
          </a:bodyPr>
          <a:lstStyle/>
          <a:p>
            <a:r>
              <a:rPr lang="en-US" altLang="zh-CN" sz="10666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10666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3" name="TextBox 23"/>
          <p:cNvSpPr txBox="1"/>
          <p:nvPr/>
        </p:nvSpPr>
        <p:spPr>
          <a:xfrm>
            <a:off x="3833559" y="2932296"/>
            <a:ext cx="7929207" cy="988067"/>
          </a:xfrm>
          <a:prstGeom prst="rect">
            <a:avLst/>
          </a:prstGeom>
          <a:noFill/>
        </p:spPr>
        <p:txBody>
          <a:bodyPr wrap="square" lIns="121900" tIns="60948" rIns="121900" bIns="6094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797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标题一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2"/>
          <p:cNvGrpSpPr/>
          <p:nvPr/>
        </p:nvGrpSpPr>
        <p:grpSpPr>
          <a:xfrm>
            <a:off x="335" y="6379271"/>
            <a:ext cx="12191331" cy="383320"/>
            <a:chOff x="0" y="4739940"/>
            <a:chExt cx="9144000" cy="2875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4867972"/>
              <a:ext cx="7232971" cy="1134"/>
            </a:xfrm>
            <a:prstGeom prst="line">
              <a:avLst/>
            </a:prstGeom>
            <a:ln w="38100">
              <a:solidFill>
                <a:srgbClr val="00953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图片 9" descr="深圳LOGO标准（源文件）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8521" y="4739940"/>
              <a:ext cx="645379" cy="287506"/>
            </a:xfrm>
            <a:prstGeom prst="rect">
              <a:avLst/>
            </a:prstGeom>
          </p:spPr>
        </p:pic>
        <p:cxnSp>
          <p:nvCxnSpPr>
            <p:cNvPr id="4" name="直接连接符 3"/>
            <p:cNvCxnSpPr/>
            <p:nvPr/>
          </p:nvCxnSpPr>
          <p:spPr>
            <a:xfrm>
              <a:off x="8382027" y="4866837"/>
              <a:ext cx="761973" cy="1134"/>
            </a:xfrm>
            <a:prstGeom prst="line">
              <a:avLst/>
            </a:prstGeom>
            <a:ln w="38100">
              <a:solidFill>
                <a:srgbClr val="00953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/>
        </p:nvSpPr>
        <p:spPr>
          <a:xfrm>
            <a:off x="1931322" y="82525"/>
            <a:ext cx="1477287" cy="615529"/>
          </a:xfrm>
          <a:prstGeom prst="rect">
            <a:avLst/>
          </a:prstGeom>
        </p:spPr>
        <p:txBody>
          <a:bodyPr wrap="none" lIns="121900" tIns="60948" rIns="121900" bIns="60948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sha" panose="020B0502040204020203" pitchFamily="34" charset="-79"/>
                <a:sym typeface="Arial" panose="020B0604020202020204" pitchFamily="34" charset="0"/>
              </a:rPr>
              <a:t>标题一</a:t>
            </a:r>
          </a:p>
        </p:txBody>
      </p:sp>
      <p:grpSp>
        <p:nvGrpSpPr>
          <p:cNvPr id="6" name="组合 5"/>
          <p:cNvGrpSpPr/>
          <p:nvPr/>
        </p:nvGrpSpPr>
        <p:grpSpPr>
          <a:xfrm rot="10800000">
            <a:off x="338" y="278852"/>
            <a:ext cx="1941221" cy="221657"/>
            <a:chOff x="5444484" y="3443844"/>
            <a:chExt cx="1455995" cy="166252"/>
          </a:xfrm>
          <a:solidFill>
            <a:srgbClr val="00B050"/>
          </a:solidFill>
        </p:grpSpPr>
        <p:sp>
          <p:nvSpPr>
            <p:cNvPr id="7" name="任意多边形 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0" y="151911"/>
            <a:ext cx="616524" cy="502317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altLang="zh-CN" sz="2664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Gisha" panose="020B0502040204020203" pitchFamily="34" charset="-79"/>
              </a:rPr>
              <a:t>  </a:t>
            </a:r>
            <a:endParaRPr lang="en-US" sz="2664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6724" y="902095"/>
            <a:ext cx="10458629" cy="1155894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indent="252858">
              <a:lnSpc>
                <a:spcPct val="140000"/>
              </a:lnSpc>
            </a:pPr>
            <a:r>
              <a:rPr lang="en-US" altLang="zh-CN" sz="1707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7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707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</a:t>
            </a:r>
            <a:endParaRPr lang="en-US" altLang="zh-CN" sz="1707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52858">
              <a:lnSpc>
                <a:spcPct val="140000"/>
              </a:lnSpc>
            </a:pP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xxxxxxxx</a:t>
            </a:r>
            <a:endParaRPr lang="zh-CN" altLang="en-US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252858">
              <a:lnSpc>
                <a:spcPct val="140000"/>
              </a:lnSpc>
            </a:pP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2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</a:t>
            </a:r>
            <a:endParaRPr lang="zh-CN" altLang="en-US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6121" y="3292932"/>
            <a:ext cx="10459231" cy="1523687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indent="252858">
              <a:lnSpc>
                <a:spcPct val="140000"/>
              </a:lnSpc>
            </a:pPr>
            <a:r>
              <a:rPr lang="en-US" altLang="zh-CN" sz="1707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707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707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</a:t>
            </a:r>
            <a:endParaRPr lang="zh-CN" altLang="en-US" sz="1707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52858">
              <a:lnSpc>
                <a:spcPct val="140000"/>
              </a:lnSpc>
            </a:pP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</a:t>
            </a:r>
            <a:endParaRPr lang="en-US" altLang="zh-CN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252858">
              <a:lnSpc>
                <a:spcPct val="140000"/>
              </a:lnSpc>
            </a:pP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2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</a:t>
            </a:r>
            <a:endParaRPr lang="en-US" altLang="zh-CN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252858">
              <a:lnSpc>
                <a:spcPct val="140000"/>
              </a:lnSpc>
            </a:pP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3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</a:t>
            </a:r>
            <a:endParaRPr lang="zh-CN" altLang="en-US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6723" y="2092998"/>
            <a:ext cx="10459231" cy="1155894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 indent="252858">
              <a:lnSpc>
                <a:spcPct val="140000"/>
              </a:lnSpc>
            </a:pPr>
            <a:r>
              <a:rPr lang="en-US" altLang="zh-CN" sz="1707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707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707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xxxxxxx</a:t>
            </a:r>
            <a:endParaRPr lang="zh-CN" altLang="en-US" sz="1707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52858">
              <a:lnSpc>
                <a:spcPct val="140000"/>
              </a:lnSpc>
            </a:pP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xxxxxxx</a:t>
            </a:r>
            <a:endParaRPr lang="zh-CN" altLang="en-US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52858">
              <a:lnSpc>
                <a:spcPct val="140000"/>
              </a:lnSpc>
            </a:pP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707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707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</a:t>
            </a:r>
            <a:endParaRPr lang="zh-CN" altLang="en-US" sz="1707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2"/>
          <p:cNvGrpSpPr/>
          <p:nvPr/>
        </p:nvGrpSpPr>
        <p:grpSpPr>
          <a:xfrm>
            <a:off x="335" y="6379271"/>
            <a:ext cx="12191331" cy="383320"/>
            <a:chOff x="0" y="4739940"/>
            <a:chExt cx="9144000" cy="2875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4867972"/>
              <a:ext cx="7232971" cy="1134"/>
            </a:xfrm>
            <a:prstGeom prst="line">
              <a:avLst/>
            </a:prstGeom>
            <a:ln w="38100">
              <a:solidFill>
                <a:srgbClr val="00953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图片 9" descr="深圳LOGO标准（源文件）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8521" y="4739940"/>
              <a:ext cx="645379" cy="287506"/>
            </a:xfrm>
            <a:prstGeom prst="rect">
              <a:avLst/>
            </a:prstGeom>
          </p:spPr>
        </p:pic>
        <p:cxnSp>
          <p:nvCxnSpPr>
            <p:cNvPr id="4" name="直接连接符 3"/>
            <p:cNvCxnSpPr/>
            <p:nvPr/>
          </p:nvCxnSpPr>
          <p:spPr>
            <a:xfrm>
              <a:off x="8382027" y="4866837"/>
              <a:ext cx="761973" cy="1134"/>
            </a:xfrm>
            <a:prstGeom prst="line">
              <a:avLst/>
            </a:prstGeom>
            <a:ln w="38100">
              <a:solidFill>
                <a:srgbClr val="00953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941558" y="81923"/>
            <a:ext cx="1477287" cy="615529"/>
          </a:xfrm>
          <a:prstGeom prst="rect">
            <a:avLst/>
          </a:prstGeom>
        </p:spPr>
        <p:txBody>
          <a:bodyPr wrap="none" lIns="121900" tIns="60948" rIns="121900" bIns="60948">
            <a:spAutoFit/>
          </a:bodyPr>
          <a:lstStyle/>
          <a:p>
            <a:r>
              <a:rPr lang="zh-CN" altLang="en-US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sha" panose="020B0502040204020203" pitchFamily="34" charset="-79"/>
                <a:sym typeface="Arial" panose="020B0604020202020204" pitchFamily="34" charset="0"/>
              </a:rPr>
              <a:t>标题一</a:t>
            </a:r>
          </a:p>
        </p:txBody>
      </p:sp>
      <p:grpSp>
        <p:nvGrpSpPr>
          <p:cNvPr id="5" name="组合 4"/>
          <p:cNvGrpSpPr/>
          <p:nvPr/>
        </p:nvGrpSpPr>
        <p:grpSpPr>
          <a:xfrm rot="10800000">
            <a:off x="338" y="278852"/>
            <a:ext cx="1941221" cy="221657"/>
            <a:chOff x="5444484" y="3443844"/>
            <a:chExt cx="1455995" cy="166252"/>
          </a:xfrm>
          <a:solidFill>
            <a:srgbClr val="00B050"/>
          </a:solidFill>
        </p:grpSpPr>
        <p:sp>
          <p:nvSpPr>
            <p:cNvPr id="7" name="任意多边形 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0" y="151911"/>
            <a:ext cx="616524" cy="502317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altLang="zh-CN" sz="2664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Gisha" panose="020B0502040204020203" pitchFamily="34" charset="-79"/>
              </a:rPr>
              <a:t>  </a:t>
            </a:r>
            <a:endParaRPr lang="en-US" sz="2664" dirty="0">
              <a:solidFill>
                <a:schemeClr val="bg1"/>
              </a:solidFill>
            </a:endParaRPr>
          </a:p>
        </p:txBody>
      </p:sp>
      <p:sp>
        <p:nvSpPr>
          <p:cNvPr id="25" name="Rectangle 3"/>
          <p:cNvSpPr>
            <a:spLocks noGrp="1" noChangeArrowheads="1"/>
          </p:cNvSpPr>
          <p:nvPr/>
        </p:nvSpPr>
        <p:spPr bwMode="auto">
          <a:xfrm>
            <a:off x="816053" y="782959"/>
            <a:ext cx="10559894" cy="5292084"/>
          </a:xfrm>
          <a:prstGeom prst="rect">
            <a:avLst/>
          </a:prstGeom>
          <a:ln>
            <a:noFill/>
            <a:miter lim="800000"/>
          </a:ln>
        </p:spPr>
        <p:txBody>
          <a:bodyPr/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lvl="1" indent="-18288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lvl="2" indent="-3683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lvl="3" indent="-5543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lvl="4" indent="-739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-739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-739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-739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-739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lvl="1" indent="0" defTabSz="1219138">
              <a:buClr>
                <a:srgbClr val="006600"/>
              </a:buClr>
              <a:buSzPct val="90000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270920" lvl="1" indent="-270920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lang="en-US" altLang="zh-CN" sz="1598" kern="0" dirty="0" err="1">
                <a:solidFill>
                  <a:srgbClr val="00B05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xxxxxxxxx</a:t>
            </a: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270920" lvl="1" indent="-270920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270920" lvl="1" indent="-270920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lang="en-US" altLang="zh-CN" sz="1598" kern="0" dirty="0" err="1">
                <a:solidFill>
                  <a:srgbClr val="00B05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xxxxxxxxx</a:t>
            </a: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lvl="1" indent="0" defTabSz="1219138">
              <a:buClr>
                <a:srgbClr val="006600"/>
              </a:buClr>
              <a:buSzPct val="90000"/>
              <a:defRPr/>
            </a:pPr>
            <a:r>
              <a:rPr lang="en-US" altLang="zh-CN" sz="1598" kern="0" dirty="0">
                <a:solidFill>
                  <a:srgbClr val="00B05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                                      </a:t>
            </a:r>
          </a:p>
          <a:p>
            <a:pPr marL="270920" lvl="1" indent="-270920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81094" lvl="1" indent="-381094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81094" lvl="1" indent="-381094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81094" lvl="1" indent="-381094" defTabSz="1219138">
              <a:buClr>
                <a:srgbClr val="006600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lvl="1" indent="0" defTabSz="1219138">
              <a:buClr>
                <a:srgbClr val="006600"/>
              </a:buClr>
              <a:buSzPct val="90000"/>
              <a:defRPr/>
            </a:pPr>
            <a:endParaRPr lang="en-US" altLang="zh-CN" sz="1598" kern="0" dirty="0">
              <a:solidFill>
                <a:srgbClr val="00B05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lvl="1" indent="0" defTabSz="1219138">
              <a:buClr>
                <a:srgbClr val="006600"/>
              </a:buClr>
              <a:buSzPct val="90000"/>
              <a:defRPr/>
            </a:pPr>
            <a:endParaRPr lang="en-US" altLang="zh-CN" sz="1868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6951" lvl="1" indent="-456951" defTabSz="1219138">
              <a:buClr>
                <a:srgbClr val="006600"/>
              </a:buClr>
              <a:buSzPct val="90000"/>
              <a:buFont typeface="+mj-lt"/>
              <a:buAutoNum type="arabicPeriod"/>
              <a:defRPr/>
            </a:pPr>
            <a:endParaRPr lang="en-US" altLang="zh-CN" sz="1868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defTabSz="1219138">
              <a:buClr>
                <a:srgbClr val="006600"/>
              </a:buClr>
              <a:buSzPct val="90000"/>
              <a:defRPr/>
            </a:pPr>
            <a:endParaRPr lang="en-US" altLang="zh-CN" sz="1868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defTabSz="1219138">
              <a:buClr>
                <a:srgbClr val="006600"/>
              </a:buClr>
              <a:buSzPct val="90000"/>
              <a:defRPr/>
            </a:pPr>
            <a:endParaRPr lang="en-US" altLang="zh-CN" sz="1868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4104" lvl="1" indent="0" defTabSz="1219138">
              <a:buClr>
                <a:srgbClr val="006600"/>
              </a:buClr>
              <a:defRPr/>
            </a:pPr>
            <a:endParaRPr lang="en-US" altLang="zh-CN" sz="1598" kern="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marL="384104" lvl="1" indent="0" defTabSz="1219138">
              <a:buClr>
                <a:srgbClr val="006600"/>
              </a:buClr>
              <a:defRPr/>
            </a:pPr>
            <a:endParaRPr lang="en-US" altLang="zh-CN" sz="1598" kern="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marL="384104" lvl="1" indent="0" defTabSz="1219138">
              <a:buClr>
                <a:srgbClr val="006600"/>
              </a:buClr>
              <a:defRPr/>
            </a:pPr>
            <a:endParaRPr lang="en-US" altLang="zh-CN" sz="1598" kern="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marL="384104" lvl="1" indent="0" defTabSz="1219138">
              <a:buClr>
                <a:srgbClr val="006600"/>
              </a:buClr>
              <a:defRPr/>
            </a:pPr>
            <a:endParaRPr lang="en-US" altLang="zh-CN" sz="1598" kern="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marL="384104" lvl="1" indent="0" defTabSz="1219138">
              <a:buClr>
                <a:srgbClr val="006600"/>
              </a:buClr>
              <a:defRPr/>
            </a:pPr>
            <a:endParaRPr lang="en-US" altLang="zh-CN" sz="1598" kern="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marL="0" lvl="1" indent="0" defTabSz="1219138">
              <a:buClr>
                <a:srgbClr val="006600"/>
              </a:buClr>
              <a:defRPr/>
            </a:pPr>
            <a:endParaRPr lang="en-US" altLang="zh-CN" sz="1598" kern="0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515354"/>
            <a:ext cx="12192000" cy="240528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707" noProof="1"/>
          </a:p>
        </p:txBody>
      </p:sp>
      <p:sp>
        <p:nvSpPr>
          <p:cNvPr id="14" name="矩形 259"/>
          <p:cNvSpPr/>
          <p:nvPr/>
        </p:nvSpPr>
        <p:spPr>
          <a:xfrm>
            <a:off x="3150353" y="3028621"/>
            <a:ext cx="5891295" cy="105041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altLang="zh-CN" sz="682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THANK YOU</a:t>
            </a:r>
            <a:endParaRPr lang="zh-CN" altLang="en-US" sz="6826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6" name="矩形 259"/>
          <p:cNvSpPr/>
          <p:nvPr/>
        </p:nvSpPr>
        <p:spPr>
          <a:xfrm>
            <a:off x="3312612" y="4043116"/>
            <a:ext cx="5567379" cy="36471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zh-CN" altLang="en-US" sz="237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感谢聆听</a:t>
            </a:r>
            <a:endParaRPr lang="en-US" altLang="zh-CN" sz="237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pic>
        <p:nvPicPr>
          <p:cNvPr id="5" name="图片 4" descr="C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832" y="978558"/>
            <a:ext cx="2218643" cy="98138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99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4" grpId="0"/>
      <p:bldP spid="14" grpId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EwYzgwOTMyMmY3MDFhMDg3MzQ4NDk0NWMyNmMwN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3456692913386,&quot;left&quot;:104.8535433070866,&quot;top&quot;:96.58204724409447,&quot;width&quot;:500.765275590551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3456692913386,&quot;left&quot;:104.8535433070866,&quot;top&quot;:96.58204724409447,&quot;width&quot;:500.765275590551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3456692913386,&quot;left&quot;:104.8535433070866,&quot;top&quot;:96.58204724409447,&quot;width&quot;:500.765275590551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271.250393700788,&quot;width&quot;:1628.1007874015747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086"/>
  <p:tag name="KSO_WM_UNIT_TYPE" val="m_i"/>
  <p:tag name="KSO_WM_UNIT_INDEX" val="1_8"/>
  <p:tag name="KSO_WM_UNIT_ID" val="diagram160086_6*m_i*1_8"/>
  <p:tag name="KSO_WM_UNIT_CLEAR" val="1"/>
  <p:tag name="KSO_WM_UNIT_LAYERLEVEL" val="1_1"/>
  <p:tag name="KSO_WM_DIAGRAM_GROUP_CODE" val="m1-1"/>
  <p:tag name="KSO_WM_UNIT_TEXT_FILL_FORE_SCHEMECOLOR_INDEX" val="6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721</Words>
  <Application>Microsoft Office PowerPoint</Application>
  <PresentationFormat>宽屏</PresentationFormat>
  <Paragraphs>157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等线</vt:lpstr>
      <vt:lpstr>华文仿宋</vt:lpstr>
      <vt:lpstr>思源黑体 CN Regular</vt:lpstr>
      <vt:lpstr>微软雅黑</vt:lpstr>
      <vt:lpstr>Arial</vt:lpstr>
      <vt:lpstr>Calibri</vt:lpstr>
      <vt:lpstr>Impact</vt:lpstr>
      <vt:lpstr>Wingdings</vt:lpstr>
      <vt:lpstr>WPS</vt:lpstr>
      <vt:lpstr>PowerPoint 演示文稿</vt:lpstr>
      <vt:lpstr>PowerPoint 演示文稿</vt:lpstr>
      <vt:lpstr>小标题</vt:lpstr>
      <vt:lpstr>小标题</vt:lpstr>
      <vt:lpstr>小标题</vt:lpstr>
      <vt:lpstr>小标题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dell</cp:lastModifiedBy>
  <cp:revision>164</cp:revision>
  <dcterms:created xsi:type="dcterms:W3CDTF">2019-06-19T02:08:00Z</dcterms:created>
  <dcterms:modified xsi:type="dcterms:W3CDTF">2024-08-07T05:50:14Z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BDBA9E29DB6E40199908A1C0805C6026_11</vt:lpwstr>
  </property>
</Properties>
</file>